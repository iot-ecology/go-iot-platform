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38" r:id="rId3"/>
    <p:sldId id="611" r:id="rId5"/>
    <p:sldId id="442" r:id="rId6"/>
    <p:sldId id="443" r:id="rId7"/>
    <p:sldId id="444" r:id="rId8"/>
    <p:sldId id="445" r:id="rId9"/>
    <p:sldId id="446" r:id="rId10"/>
    <p:sldId id="447" r:id="rId11"/>
    <p:sldId id="448" r:id="rId12"/>
    <p:sldId id="449" r:id="rId13"/>
    <p:sldId id="450" r:id="rId14"/>
    <p:sldId id="451" r:id="rId15"/>
    <p:sldId id="452" r:id="rId16"/>
    <p:sldId id="453" r:id="rId17"/>
    <p:sldId id="454" r:id="rId18"/>
    <p:sldId id="455" r:id="rId19"/>
    <p:sldId id="456" r:id="rId20"/>
    <p:sldId id="457" r:id="rId21"/>
    <p:sldId id="458" r:id="rId22"/>
    <p:sldId id="459" r:id="rId23"/>
    <p:sldId id="460" r:id="rId24"/>
    <p:sldId id="461" r:id="rId25"/>
    <p:sldId id="462" r:id="rId26"/>
    <p:sldId id="463" r:id="rId27"/>
    <p:sldId id="464" r:id="rId28"/>
    <p:sldId id="465" r:id="rId29"/>
    <p:sldId id="466" r:id="rId30"/>
    <p:sldId id="467" r:id="rId31"/>
    <p:sldId id="468" r:id="rId32"/>
    <p:sldId id="285" r:id="rId33"/>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3" userDrawn="1">
          <p15:clr>
            <a:srgbClr val="A4A3A4"/>
          </p15:clr>
        </p15:guide>
        <p15:guide id="2" pos="38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jie (Faunia)" initials="L("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9200"/>
    <a:srgbClr val="FFFF99"/>
    <a:srgbClr val="1D78FA"/>
    <a:srgbClr val="4472C4"/>
    <a:srgbClr val="FF0F09"/>
    <a:srgbClr val="FF09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00" autoAdjust="0"/>
    <p:restoredTop sz="68517" autoAdjust="0"/>
  </p:normalViewPr>
  <p:slideViewPr>
    <p:cSldViewPr snapToGrid="0" showGuides="1">
      <p:cViewPr varScale="1">
        <p:scale>
          <a:sx n="45" d="100"/>
          <a:sy n="45" d="100"/>
        </p:scale>
        <p:origin x="1614" y="42"/>
      </p:cViewPr>
      <p:guideLst>
        <p:guide orient="horz" pos="2203"/>
        <p:guide pos="3802"/>
      </p:guideLst>
    </p:cSldViewPr>
  </p:slideViewPr>
  <p:outlineViewPr>
    <p:cViewPr>
      <p:scale>
        <a:sx n="33" d="100"/>
        <a:sy n="33" d="100"/>
      </p:scale>
      <p:origin x="0" y="-17442"/>
    </p:cViewPr>
  </p:outlineViewPr>
  <p:notesTextViewPr>
    <p:cViewPr>
      <p:scale>
        <a:sx n="125" d="100"/>
        <a:sy n="125" d="100"/>
      </p:scale>
      <p:origin x="0" y="0"/>
    </p:cViewPr>
  </p:notesTextViewPr>
  <p:notesViewPr>
    <p:cSldViewPr snapToGrid="0">
      <p:cViewPr varScale="1">
        <p:scale>
          <a:sx n="54" d="100"/>
          <a:sy n="54" d="100"/>
        </p:scale>
        <p:origin x="2631" y="51"/>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gs" Target="tags/tag16.xml"/><Relationship Id="rId37" Type="http://schemas.openxmlformats.org/officeDocument/2006/relationships/commentAuthors" Target="commentAuthors.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2">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4F65F57A-2A06-49F5-AEA6-A6230613B512}" type="doc">
      <dgm:prSet loTypeId="process" loCatId="process" qsTypeId="urn:microsoft.com/office/officeart/2005/8/quickstyle/simple1#1" qsCatId="simple" csTypeId="urn:microsoft.com/office/officeart/2005/8/colors/colorful1#1" csCatId="colorful" phldr="1"/>
      <dgm:spPr/>
      <dgm:t>
        <a:bodyPr/>
        <a:lstStyle/>
        <a:p>
          <a:endParaRPr lang="zh-CN" altLang="en-US"/>
        </a:p>
      </dgm:t>
    </dgm:pt>
    <dgm:pt modelId="{D5970117-4547-4556-A8F0-4AA5A45DD382}">
      <dgm:prSet phldrT="[文本]" phldr="0" custT="1"/>
      <dgm:spPr/>
      <dgm:t>
        <a:bodyPr vert="horz" wrap="square"/>
        <a:p>
          <a:pPr>
            <a:lnSpc>
              <a:spcPct val="100000"/>
            </a:lnSpc>
            <a:spcBef>
              <a:spcPct val="0"/>
            </a:spcBef>
            <a:spcAft>
              <a:spcPct val="35000"/>
            </a:spcAft>
          </a:pPr>
          <a:r>
            <a:rPr lang="en-US" altLang="zh-CN" sz="6500" dirty="0" smtClean="0"/>
            <a:t>2024</a:t>
          </a:r>
          <a:r>
            <a:rPr lang="zh-CN" altLang="en-US" sz="6500" dirty="0"/>
            <a:t/>
          </a:r>
          <a:endParaRPr lang="zh-CN" altLang="en-US" sz="6500" dirty="0"/>
        </a:p>
      </dgm:t>
    </dgm:pt>
    <dgm:pt modelId="{7C6E7A5A-99CA-49C3-A951-6159587A3811}" cxnId="{0931219C-5ECF-433D-BBB4-9275ED2AB342}" type="parTrans">
      <dgm:prSet/>
      <dgm:spPr/>
      <dgm:t>
        <a:bodyPr/>
        <a:lstStyle/>
        <a:p>
          <a:endParaRPr lang="zh-CN" altLang="en-US"/>
        </a:p>
      </dgm:t>
    </dgm:pt>
    <dgm:pt modelId="{AF197617-E136-499D-97E3-5541BD0EE4B0}" cxnId="{0931219C-5ECF-433D-BBB4-9275ED2AB342}" type="sibTrans">
      <dgm:prSet/>
      <dgm:spPr/>
      <dgm:t>
        <a:bodyPr/>
        <a:lstStyle/>
        <a:p>
          <a:endParaRPr lang="zh-CN" altLang="en-US"/>
        </a:p>
      </dgm:t>
    </dgm:pt>
    <dgm:pt modelId="{0AB23D1A-365C-41B5-B22E-EE2FD1ED3831}">
      <dgm:prSet phldr="0" custT="1"/>
      <dgm:spPr/>
      <dgm:t>
        <a:bodyPr vert="horz" wrap="square"/>
        <a:p>
          <a:pPr>
            <a:lnSpc>
              <a:spcPct val="100000"/>
            </a:lnSpc>
            <a:spcBef>
              <a:spcPct val="0"/>
            </a:spcBef>
            <a:spcAft>
              <a:spcPct val="15000"/>
            </a:spcAft>
          </a:pPr>
          <a:r>
            <a:rPr lang="zh-CN" altLang="en-US" sz="1600" dirty="0"/>
            <a:t>核心</a:t>
          </a:r>
          <a:r>
            <a:rPr lang="zh-CN" altLang="en-US" sz="1600" dirty="0"/>
            <a:t>功能</a:t>
          </a:r>
          <a:r>
            <a:rPr lang="zh-CN" altLang="en-US" sz="1600" dirty="0"/>
            <a:t>开发</a:t>
          </a:r>
          <a:r>
            <a:rPr lang="zh-CN" altLang="en-US" sz="1600" dirty="0"/>
            <a:t/>
          </a:r>
          <a:endParaRPr lang="zh-CN" altLang="en-US" sz="1600" dirty="0"/>
        </a:p>
      </dgm:t>
    </dgm:pt>
    <dgm:pt modelId="{B97C0A55-B7D7-4493-933F-D74BCFAB505F}" cxnId="{941C6E3E-8AAC-41AE-8E81-08C6B09E285B}" type="parTrans">
      <dgm:prSet/>
      <dgm:spPr/>
    </dgm:pt>
    <dgm:pt modelId="{33C8C17D-9B1B-4818-90FD-0F02C8F4E8A6}" cxnId="{941C6E3E-8AAC-41AE-8E81-08C6B09E285B}" type="sibTrans">
      <dgm:prSet/>
      <dgm:spPr/>
    </dgm:pt>
    <dgm:pt modelId="{9E393C5F-537F-4486-AF38-213A2970F40C}">
      <dgm:prSet phldr="0" custT="1"/>
      <dgm:spPr/>
      <dgm:t>
        <a:bodyPr vert="horz" wrap="square"/>
        <a:p>
          <a:pPr>
            <a:lnSpc>
              <a:spcPct val="100000"/>
            </a:lnSpc>
            <a:spcBef>
              <a:spcPct val="0"/>
            </a:spcBef>
            <a:spcAft>
              <a:spcPct val="15000"/>
            </a:spcAft>
          </a:pPr>
          <a:r>
            <a:rPr lang="zh-CN" altLang="en-US" sz="1600" dirty="0"/>
            <a:t>性能</a:t>
          </a:r>
          <a:r>
            <a:rPr lang="zh-CN" altLang="en-US" sz="1600" dirty="0"/>
            <a:t>测试</a:t>
          </a:r>
          <a:endParaRPr lang="zh-CN" altLang="en-US" sz="1600" dirty="0"/>
        </a:p>
      </dgm:t>
    </dgm:pt>
    <dgm:pt modelId="{661D6CDE-248C-476E-889A-34B2C2F089A3}" cxnId="{B17BFEA6-3F6B-4DE8-A084-B649537C723E}" type="parTrans">
      <dgm:prSet/>
      <dgm:spPr/>
    </dgm:pt>
    <dgm:pt modelId="{639748A4-FE38-4F33-8303-B45DBB8EAB9F}" cxnId="{B17BFEA6-3F6B-4DE8-A084-B649537C723E}" type="sibTrans">
      <dgm:prSet/>
      <dgm:spPr/>
    </dgm:pt>
    <dgm:pt modelId="{8795FA3F-5785-42BE-945F-C84AC50A8101}">
      <dgm:prSet phldr="0" custT="1"/>
      <dgm:spPr/>
      <dgm:t>
        <a:bodyPr vert="horz" wrap="square"/>
        <a:p>
          <a:pPr>
            <a:lnSpc>
              <a:spcPct val="100000"/>
            </a:lnSpc>
            <a:spcBef>
              <a:spcPct val="0"/>
            </a:spcBef>
            <a:spcAft>
              <a:spcPct val="15000"/>
            </a:spcAft>
          </a:pPr>
          <a:r>
            <a:rPr lang="zh-CN" altLang="en-US" sz="1600" dirty="0"/>
            <a:t>社区</a:t>
          </a:r>
          <a:r>
            <a:rPr lang="zh-CN" altLang="en-US" sz="1600" dirty="0"/>
            <a:t>组建</a:t>
          </a:r>
          <a:r>
            <a:rPr lang="zh-CN" altLang="en-US" sz="1600" dirty="0"/>
            <a:t/>
          </a:r>
          <a:endParaRPr lang="zh-CN" altLang="en-US" sz="1600" dirty="0"/>
        </a:p>
      </dgm:t>
    </dgm:pt>
    <dgm:pt modelId="{3B753A43-20E4-4532-B3FA-E6FF7B7327D1}" cxnId="{B3C7FE31-B690-4D6E-914A-2DDD565ED493}" type="parTrans">
      <dgm:prSet/>
      <dgm:spPr/>
    </dgm:pt>
    <dgm:pt modelId="{9701CCEE-E588-4737-885F-373856D1C122}" cxnId="{B3C7FE31-B690-4D6E-914A-2DDD565ED493}" type="sibTrans">
      <dgm:prSet/>
      <dgm:spPr/>
    </dgm:pt>
    <dgm:pt modelId="{93987BBC-A5AF-4F52-B327-30488099E929}">
      <dgm:prSet phldr="0" custT="1"/>
      <dgm:spPr/>
      <dgm:t>
        <a:bodyPr vert="horz" wrap="square"/>
        <a:p>
          <a:pPr>
            <a:lnSpc>
              <a:spcPct val="100000"/>
            </a:lnSpc>
            <a:spcBef>
              <a:spcPct val="0"/>
            </a:spcBef>
            <a:spcAft>
              <a:spcPct val="15000"/>
            </a:spcAft>
          </a:pPr>
          <a:r>
            <a:rPr lang="zh-CN" altLang="en-US" sz="1600" dirty="0"/>
            <a:t/>
          </a:r>
          <a:endParaRPr lang="zh-CN" altLang="en-US" sz="1600" dirty="0"/>
        </a:p>
      </dgm:t>
    </dgm:pt>
    <dgm:pt modelId="{C0543679-8751-41B8-872F-828AE8C56B5E}" cxnId="{83505723-03F1-4EC3-A503-8A43C01454B1}" type="parTrans">
      <dgm:prSet/>
      <dgm:spPr/>
    </dgm:pt>
    <dgm:pt modelId="{6B1DABCF-D8E8-4FA3-9A3A-2B7AEB87FCCA}" cxnId="{83505723-03F1-4EC3-A503-8A43C01454B1}" type="sibTrans">
      <dgm:prSet/>
      <dgm:spPr/>
    </dgm:pt>
    <dgm:pt modelId="{D6189F04-676E-432B-831E-845ECCA51ECD}">
      <dgm:prSet phldrT="[文本]" phldr="0" custT="1"/>
      <dgm:spPr/>
      <dgm:t>
        <a:bodyPr vert="horz" wrap="square"/>
        <a:p>
          <a:pPr>
            <a:lnSpc>
              <a:spcPct val="100000"/>
            </a:lnSpc>
            <a:spcBef>
              <a:spcPct val="0"/>
            </a:spcBef>
            <a:spcAft>
              <a:spcPct val="35000"/>
            </a:spcAft>
          </a:pPr>
          <a:r>
            <a:rPr lang="en-US" altLang="zh-CN" sz="6500" dirty="0" smtClean="0"/>
            <a:t>2025</a:t>
          </a:r>
          <a:r>
            <a:rPr lang="zh-CN" altLang="en-US" sz="6500" dirty="0"/>
            <a:t/>
          </a:r>
          <a:endParaRPr lang="zh-CN" altLang="en-US" sz="6500" dirty="0"/>
        </a:p>
      </dgm:t>
    </dgm:pt>
    <dgm:pt modelId="{5BD604E6-6238-4BC7-9016-4075CC896374}" cxnId="{EBF6A4B6-C95E-463F-ABAD-0490314787F6}" type="parTrans">
      <dgm:prSet/>
      <dgm:spPr/>
      <dgm:t>
        <a:bodyPr/>
        <a:lstStyle/>
        <a:p>
          <a:endParaRPr lang="zh-CN" altLang="en-US"/>
        </a:p>
      </dgm:t>
    </dgm:pt>
    <dgm:pt modelId="{D65E24BB-A286-400F-8B54-063B72EABE96}" cxnId="{EBF6A4B6-C95E-463F-ABAD-0490314787F6}" type="sibTrans">
      <dgm:prSet/>
      <dgm:spPr/>
      <dgm:t>
        <a:bodyPr/>
        <a:lstStyle/>
        <a:p>
          <a:endParaRPr lang="zh-CN" altLang="en-US"/>
        </a:p>
      </dgm:t>
    </dgm:pt>
    <dgm:pt modelId="{836FF9C7-1B31-463D-B8AA-C60846B48F90}">
      <dgm:prSet phldr="0" custT="1"/>
      <dgm:spPr/>
      <dgm:t>
        <a:bodyPr vert="horz" wrap="square"/>
        <a:p>
          <a:pPr>
            <a:lnSpc>
              <a:spcPct val="100000"/>
            </a:lnSpc>
            <a:spcBef>
              <a:spcPct val="0"/>
            </a:spcBef>
            <a:spcAft>
              <a:spcPct val="15000"/>
            </a:spcAft>
          </a:pPr>
          <a:r>
            <a:rPr lang="zh-CN" altLang="en-US" sz="1600" dirty="0"/>
            <a:t>项目</a:t>
          </a:r>
          <a:r>
            <a:rPr lang="zh-CN" altLang="en-US" sz="1600" dirty="0"/>
            <a:t>推广</a:t>
          </a:r>
          <a:r>
            <a:rPr lang="zh-CN" altLang="en-US" sz="1600" dirty="0"/>
            <a:t/>
          </a:r>
          <a:endParaRPr lang="zh-CN" altLang="en-US" sz="1600" dirty="0"/>
        </a:p>
      </dgm:t>
    </dgm:pt>
    <dgm:pt modelId="{260DBA40-D291-4435-AE8E-9ADE2429762D}" cxnId="{A07734D8-398B-414D-9A5D-6F534F14167F}" type="parTrans">
      <dgm:prSet/>
      <dgm:spPr/>
    </dgm:pt>
    <dgm:pt modelId="{054A4FCA-BD1C-4023-B077-080A0CCCE956}" cxnId="{A07734D8-398B-414D-9A5D-6F534F14167F}" type="sibTrans">
      <dgm:prSet/>
      <dgm:spPr/>
    </dgm:pt>
    <dgm:pt modelId="{64656DDC-5199-4D44-99CA-D641AD730111}">
      <dgm:prSet phldr="0" custT="1"/>
      <dgm:spPr/>
      <dgm:t>
        <a:bodyPr vert="horz" wrap="square"/>
        <a:p>
          <a:pPr>
            <a:lnSpc>
              <a:spcPct val="100000"/>
            </a:lnSpc>
            <a:spcBef>
              <a:spcPct val="0"/>
            </a:spcBef>
            <a:spcAft>
              <a:spcPct val="15000"/>
            </a:spcAft>
          </a:pPr>
          <a:r>
            <a:rPr lang="zh-CN" altLang="en-US" sz="1600" dirty="0"/>
            <a:t>项目</a:t>
          </a:r>
          <a:r>
            <a:rPr lang="zh-CN" altLang="en-US" sz="1600" dirty="0"/>
            <a:t>实操</a:t>
          </a:r>
          <a:r>
            <a:rPr lang="zh-CN" altLang="en-US" sz="1600" dirty="0"/>
            <a:t>落地</a:t>
          </a:r>
          <a:r>
            <a:rPr lang="zh-CN" altLang="en-US" sz="1600" dirty="0"/>
            <a:t/>
          </a:r>
          <a:endParaRPr lang="zh-CN" altLang="en-US" sz="1600" dirty="0"/>
        </a:p>
      </dgm:t>
    </dgm:pt>
    <dgm:pt modelId="{7622973F-F32F-45B3-A081-B4F0C184216F}" cxnId="{490D530D-CAE3-4AA6-92FD-8F105B9A4C02}" type="parTrans">
      <dgm:prSet/>
      <dgm:spPr/>
    </dgm:pt>
    <dgm:pt modelId="{27CCA310-20B4-4CFC-AF58-4E449F3558FB}" cxnId="{490D530D-CAE3-4AA6-92FD-8F105B9A4C02}" type="sibTrans">
      <dgm:prSet/>
      <dgm:spPr/>
    </dgm:pt>
    <dgm:pt modelId="{B8538478-D83B-4772-9E77-267A1D52D253}">
      <dgm:prSet phldr="0" custT="1"/>
      <dgm:spPr/>
      <dgm:t>
        <a:bodyPr vert="horz" wrap="square"/>
        <a:p>
          <a:pPr>
            <a:lnSpc>
              <a:spcPct val="100000"/>
            </a:lnSpc>
            <a:spcBef>
              <a:spcPct val="0"/>
            </a:spcBef>
            <a:spcAft>
              <a:spcPct val="15000"/>
            </a:spcAft>
          </a:pPr>
          <a:r>
            <a:rPr lang="en-US" altLang="zh-CN" sz="1600" dirty="0"/>
            <a:t>SAAS</a:t>
          </a:r>
          <a:r>
            <a:rPr lang="zh-CN" altLang="en-US" sz="1600" dirty="0"/>
            <a:t>版本</a:t>
          </a:r>
          <a:r>
            <a:rPr lang="zh-CN" altLang="en-US" sz="1600" dirty="0"/>
            <a:t>开发</a:t>
          </a:r>
          <a:r>
            <a:rPr lang="zh-CN" altLang="en-US" sz="1600" dirty="0"/>
            <a:t/>
          </a:r>
          <a:endParaRPr lang="zh-CN" altLang="en-US" sz="1600" dirty="0"/>
        </a:p>
      </dgm:t>
    </dgm:pt>
    <dgm:pt modelId="{C092EBB4-F6D7-43EC-9406-8FAAC6110231}" cxnId="{11F67FC7-7615-4520-99E4-8C88270B7253}" type="parTrans">
      <dgm:prSet/>
      <dgm:spPr/>
    </dgm:pt>
    <dgm:pt modelId="{0C7A186A-3CDA-45B9-B739-32AF5EC73EF3}" cxnId="{11F67FC7-7615-4520-99E4-8C88270B7253}" type="sibTrans">
      <dgm:prSet/>
      <dgm:spPr/>
    </dgm:pt>
    <dgm:pt modelId="{4A5EADD3-E147-416B-A1A8-3F410976486C}">
      <dgm:prSet phldr="0" custT="1"/>
      <dgm:spPr/>
      <dgm:t>
        <a:bodyPr vert="horz" wrap="square"/>
        <a:p>
          <a:pPr>
            <a:lnSpc>
              <a:spcPct val="100000"/>
            </a:lnSpc>
            <a:spcBef>
              <a:spcPct val="0"/>
            </a:spcBef>
            <a:spcAft>
              <a:spcPct val="15000"/>
            </a:spcAft>
          </a:pPr>
          <a:r>
            <a:rPr lang="zh-CN" altLang="en-US" sz="1600" dirty="0"/>
            <a:t/>
          </a:r>
          <a:endParaRPr lang="zh-CN" altLang="en-US" sz="1600" dirty="0"/>
        </a:p>
      </dgm:t>
    </dgm:pt>
    <dgm:pt modelId="{980FE870-AEED-49AA-A62A-C90B1EEC703E}" cxnId="{A9DD07F4-9DD8-4D30-B9E5-C372BB298AC7}" type="parTrans">
      <dgm:prSet/>
      <dgm:spPr/>
    </dgm:pt>
    <dgm:pt modelId="{07D37328-B3EF-4C6E-83F3-8A3E53AC7E0C}" cxnId="{A9DD07F4-9DD8-4D30-B9E5-C372BB298AC7}" type="sibTrans">
      <dgm:prSet/>
      <dgm:spPr/>
    </dgm:pt>
    <dgm:pt modelId="{503D381F-A3A4-4F4C-8C8A-CFA156B222E3}">
      <dgm:prSet phldrT="[文本]" phldr="0" custT="1"/>
      <dgm:spPr/>
      <dgm:t>
        <a:bodyPr vert="horz" wrap="square"/>
        <a:p>
          <a:pPr>
            <a:lnSpc>
              <a:spcPct val="100000"/>
            </a:lnSpc>
            <a:spcBef>
              <a:spcPct val="0"/>
            </a:spcBef>
            <a:spcAft>
              <a:spcPct val="35000"/>
            </a:spcAft>
          </a:pPr>
          <a:r>
            <a:rPr lang="en-US" altLang="zh-CN" sz="6500" dirty="0" smtClean="0"/>
            <a:t>2026</a:t>
          </a:r>
          <a:r>
            <a:rPr lang="zh-CN" altLang="en-US" sz="6500" dirty="0"/>
            <a:t/>
          </a:r>
          <a:endParaRPr lang="zh-CN" altLang="en-US" sz="6500" dirty="0"/>
        </a:p>
      </dgm:t>
    </dgm:pt>
    <dgm:pt modelId="{12EEEB91-0A98-4E59-A6AD-87E1404D3976}" cxnId="{6B3F8B90-7CAF-4BF5-B36D-762E449FCC2A}" type="parTrans">
      <dgm:prSet/>
      <dgm:spPr/>
      <dgm:t>
        <a:bodyPr/>
        <a:lstStyle/>
        <a:p>
          <a:endParaRPr lang="zh-CN" altLang="en-US"/>
        </a:p>
      </dgm:t>
    </dgm:pt>
    <dgm:pt modelId="{08E95760-9E89-437F-9130-4F98FA8F241B}" cxnId="{6B3F8B90-7CAF-4BF5-B36D-762E449FCC2A}" type="sibTrans">
      <dgm:prSet/>
      <dgm:spPr/>
      <dgm:t>
        <a:bodyPr/>
        <a:lstStyle/>
        <a:p>
          <a:endParaRPr lang="zh-CN" altLang="en-US"/>
        </a:p>
      </dgm:t>
    </dgm:pt>
    <dgm:pt modelId="{F7BB6E76-06CC-45F2-94F8-75720DB71458}">
      <dgm:prSet phldr="0" custT="1"/>
      <dgm:spPr/>
      <dgm:t>
        <a:bodyPr vert="horz" wrap="square"/>
        <a:p>
          <a:pPr>
            <a:lnSpc>
              <a:spcPct val="100000"/>
            </a:lnSpc>
            <a:spcBef>
              <a:spcPct val="0"/>
            </a:spcBef>
            <a:spcAft>
              <a:spcPct val="15000"/>
            </a:spcAft>
          </a:pPr>
          <a:r>
            <a:rPr lang="zh-CN" altLang="en-US" sz="1600" dirty="0" smtClean="0"/>
            <a:t>云服务</a:t>
          </a:r>
          <a:r>
            <a:rPr lang="en-US" altLang="zh-CN" sz="1600" dirty="0" smtClean="0"/>
            <a:t/>
          </a:r>
          <a:endParaRPr lang="en-US" altLang="zh-CN" sz="1600" dirty="0" smtClean="0"/>
        </a:p>
        <a:p>
          <a:pPr>
            <a:lnSpc>
              <a:spcPct val="100000"/>
            </a:lnSpc>
            <a:spcBef>
              <a:spcPct val="0"/>
            </a:spcBef>
            <a:spcAft>
              <a:spcPct val="15000"/>
            </a:spcAft>
          </a:pPr>
          <a:r>
            <a:rPr lang="zh-CN" altLang="en-US" sz="1600" dirty="0"/>
            <a:t/>
          </a:r>
          <a:endParaRPr lang="zh-CN" altLang="en-US" sz="1600" dirty="0"/>
        </a:p>
      </dgm:t>
    </dgm:pt>
    <dgm:pt modelId="{05574772-CD51-45D6-B834-91DD1E9B4EF2}" cxnId="{C5C1A600-EBAD-45A1-A843-342E4CA7C8E4}" type="parTrans">
      <dgm:prSet/>
      <dgm:spPr/>
    </dgm:pt>
    <dgm:pt modelId="{582F3132-77B3-4CF1-AF73-0AF9CD8A8D44}" cxnId="{C5C1A600-EBAD-45A1-A843-342E4CA7C8E4}" type="sibTrans">
      <dgm:prSet/>
      <dgm:spPr/>
    </dgm:pt>
    <dgm:pt modelId="{580A600C-3269-456C-B82F-0EABCD060C97}" type="pres">
      <dgm:prSet presAssocID="{4F65F57A-2A06-49F5-AEA6-A6230613B512}" presName="rootnode" presStyleCnt="0">
        <dgm:presLayoutVars>
          <dgm:chMax/>
          <dgm:chPref/>
          <dgm:dir/>
          <dgm:animLvl val="lvl"/>
        </dgm:presLayoutVars>
      </dgm:prSet>
      <dgm:spPr/>
      <dgm:t>
        <a:bodyPr/>
        <a:lstStyle/>
        <a:p>
          <a:endParaRPr lang="zh-CN" altLang="en-US"/>
        </a:p>
      </dgm:t>
    </dgm:pt>
    <dgm:pt modelId="{4C756F1F-ACF2-441A-8990-B474F8F0CF52}" type="pres">
      <dgm:prSet presAssocID="{D5970117-4547-4556-A8F0-4AA5A45DD382}" presName="composite" presStyleCnt="0"/>
      <dgm:spPr/>
      <dgm:t>
        <a:bodyPr/>
        <a:lstStyle/>
        <a:p>
          <a:endParaRPr lang="zh-CN" altLang="en-US"/>
        </a:p>
      </dgm:t>
    </dgm:pt>
    <dgm:pt modelId="{87811633-825C-4BE2-9311-7BB9D0E14B19}" type="pres">
      <dgm:prSet presAssocID="{D5970117-4547-4556-A8F0-4AA5A45DD382}" presName="LShape" presStyleLbl="alignNode1" presStyleIdx="0" presStyleCnt="5" custLinFactNeighborX="-1131" custLinFactNeighborY="941"/>
      <dgm:spPr/>
      <dgm:t>
        <a:bodyPr/>
        <a:lstStyle/>
        <a:p>
          <a:endParaRPr lang="zh-CN" altLang="en-US"/>
        </a:p>
      </dgm:t>
    </dgm:pt>
    <dgm:pt modelId="{22E467E3-3E77-4E11-9242-93B7E0BE66CE}" type="pres">
      <dgm:prSet presAssocID="{D5970117-4547-4556-A8F0-4AA5A45DD382}" presName="ParentText" presStyleLbl="revTx" presStyleIdx="0" presStyleCnt="3">
        <dgm:presLayoutVars>
          <dgm:chMax val="0"/>
          <dgm:chPref val="0"/>
          <dgm:bulletEnabled val="1"/>
        </dgm:presLayoutVars>
      </dgm:prSet>
      <dgm:spPr/>
      <dgm:t>
        <a:bodyPr/>
        <a:lstStyle/>
        <a:p>
          <a:endParaRPr lang="zh-CN" altLang="en-US"/>
        </a:p>
      </dgm:t>
    </dgm:pt>
    <dgm:pt modelId="{88824B74-144A-45B0-A690-AC96C0A6CFB1}" type="pres">
      <dgm:prSet presAssocID="{D5970117-4547-4556-A8F0-4AA5A45DD382}" presName="Triangle" presStyleLbl="alignNode1" presStyleIdx="1" presStyleCnt="5"/>
      <dgm:spPr/>
      <dgm:t>
        <a:bodyPr/>
        <a:lstStyle/>
        <a:p>
          <a:endParaRPr lang="zh-CN" altLang="en-US"/>
        </a:p>
      </dgm:t>
    </dgm:pt>
    <dgm:pt modelId="{27F674D0-D81C-4700-8442-50D8FA8296D7}" type="pres">
      <dgm:prSet presAssocID="{AF197617-E136-499D-97E3-5541BD0EE4B0}" presName="sibTrans" presStyleCnt="0"/>
      <dgm:spPr/>
      <dgm:t>
        <a:bodyPr/>
        <a:lstStyle/>
        <a:p>
          <a:endParaRPr lang="zh-CN" altLang="en-US"/>
        </a:p>
      </dgm:t>
    </dgm:pt>
    <dgm:pt modelId="{A1497ADD-18B0-4516-8F12-9369BA61CB63}" type="pres">
      <dgm:prSet presAssocID="{AF197617-E136-499D-97E3-5541BD0EE4B0}" presName="space" presStyleCnt="0"/>
      <dgm:spPr/>
      <dgm:t>
        <a:bodyPr/>
        <a:lstStyle/>
        <a:p>
          <a:endParaRPr lang="zh-CN" altLang="en-US"/>
        </a:p>
      </dgm:t>
    </dgm:pt>
    <dgm:pt modelId="{88D0315D-933F-4EB7-B9E4-489C14AD130A}" type="pres">
      <dgm:prSet presAssocID="{D6189F04-676E-432B-831E-845ECCA51ECD}" presName="composite" presStyleCnt="0"/>
      <dgm:spPr/>
      <dgm:t>
        <a:bodyPr/>
        <a:lstStyle/>
        <a:p>
          <a:endParaRPr lang="zh-CN" altLang="en-US"/>
        </a:p>
      </dgm:t>
    </dgm:pt>
    <dgm:pt modelId="{39782379-72DC-4B19-904A-CE3BEFB50347}" type="pres">
      <dgm:prSet presAssocID="{D6189F04-676E-432B-831E-845ECCA51ECD}" presName="LShape" presStyleLbl="alignNode1" presStyleIdx="2" presStyleCnt="5"/>
      <dgm:spPr/>
      <dgm:t>
        <a:bodyPr/>
        <a:lstStyle/>
        <a:p>
          <a:endParaRPr lang="zh-CN" altLang="en-US"/>
        </a:p>
      </dgm:t>
    </dgm:pt>
    <dgm:pt modelId="{68DBA57E-2E75-42FA-A1C1-369F7013DDBF}" type="pres">
      <dgm:prSet presAssocID="{D6189F04-676E-432B-831E-845ECCA51ECD}" presName="ParentText" presStyleLbl="revTx" presStyleIdx="1" presStyleCnt="3">
        <dgm:presLayoutVars>
          <dgm:chMax val="0"/>
          <dgm:chPref val="0"/>
          <dgm:bulletEnabled val="1"/>
        </dgm:presLayoutVars>
      </dgm:prSet>
      <dgm:spPr/>
      <dgm:t>
        <a:bodyPr/>
        <a:lstStyle/>
        <a:p>
          <a:endParaRPr lang="zh-CN" altLang="en-US"/>
        </a:p>
      </dgm:t>
    </dgm:pt>
    <dgm:pt modelId="{A858622B-8B6D-4DEC-AD4E-26625C383A51}" type="pres">
      <dgm:prSet presAssocID="{D6189F04-676E-432B-831E-845ECCA51ECD}" presName="Triangle" presStyleLbl="alignNode1" presStyleIdx="3" presStyleCnt="5"/>
      <dgm:spPr/>
      <dgm:t>
        <a:bodyPr/>
        <a:lstStyle/>
        <a:p>
          <a:endParaRPr lang="zh-CN" altLang="en-US"/>
        </a:p>
      </dgm:t>
    </dgm:pt>
    <dgm:pt modelId="{C03E74F5-3C37-42AB-B1AC-6C60492EED61}" type="pres">
      <dgm:prSet presAssocID="{D65E24BB-A286-400F-8B54-063B72EABE96}" presName="sibTrans" presStyleCnt="0"/>
      <dgm:spPr/>
      <dgm:t>
        <a:bodyPr/>
        <a:lstStyle/>
        <a:p>
          <a:endParaRPr lang="zh-CN" altLang="en-US"/>
        </a:p>
      </dgm:t>
    </dgm:pt>
    <dgm:pt modelId="{6DE84F1C-553D-415A-BC84-77FCC75AFD7C}" type="pres">
      <dgm:prSet presAssocID="{D65E24BB-A286-400F-8B54-063B72EABE96}" presName="space" presStyleCnt="0"/>
      <dgm:spPr/>
      <dgm:t>
        <a:bodyPr/>
        <a:lstStyle/>
        <a:p>
          <a:endParaRPr lang="zh-CN" altLang="en-US"/>
        </a:p>
      </dgm:t>
    </dgm:pt>
    <dgm:pt modelId="{F201BA93-0E6E-4C3C-B5F3-2FDF4B307239}" type="pres">
      <dgm:prSet presAssocID="{503D381F-A3A4-4F4C-8C8A-CFA156B222E3}" presName="composite" presStyleCnt="0"/>
      <dgm:spPr/>
      <dgm:t>
        <a:bodyPr/>
        <a:lstStyle/>
        <a:p>
          <a:endParaRPr lang="zh-CN" altLang="en-US"/>
        </a:p>
      </dgm:t>
    </dgm:pt>
    <dgm:pt modelId="{64AA5029-03A0-496C-83D8-B86F318E012A}" type="pres">
      <dgm:prSet presAssocID="{503D381F-A3A4-4F4C-8C8A-CFA156B222E3}" presName="LShape" presStyleLbl="alignNode1" presStyleIdx="4" presStyleCnt="5"/>
      <dgm:spPr/>
      <dgm:t>
        <a:bodyPr/>
        <a:lstStyle/>
        <a:p>
          <a:endParaRPr lang="zh-CN" altLang="en-US"/>
        </a:p>
      </dgm:t>
    </dgm:pt>
    <dgm:pt modelId="{90860BBB-7F7E-44D3-9F07-5F1E8E950A72}" type="pres">
      <dgm:prSet presAssocID="{503D381F-A3A4-4F4C-8C8A-CFA156B222E3}" presName="ParentText" presStyleLbl="revTx" presStyleIdx="2" presStyleCnt="3">
        <dgm:presLayoutVars>
          <dgm:chMax val="0"/>
          <dgm:chPref val="0"/>
          <dgm:bulletEnabled val="1"/>
        </dgm:presLayoutVars>
      </dgm:prSet>
      <dgm:spPr/>
      <dgm:t>
        <a:bodyPr/>
        <a:lstStyle/>
        <a:p>
          <a:endParaRPr lang="zh-CN" altLang="en-US"/>
        </a:p>
      </dgm:t>
    </dgm:pt>
  </dgm:ptLst>
  <dgm:cxnLst>
    <dgm:cxn modelId="{0931219C-5ECF-433D-BBB4-9275ED2AB342}" srcId="{4F65F57A-2A06-49F5-AEA6-A6230613B512}" destId="{D5970117-4547-4556-A8F0-4AA5A45DD382}" srcOrd="0" destOrd="0" parTransId="{7C6E7A5A-99CA-49C3-A951-6159587A3811}" sibTransId="{AF197617-E136-499D-97E3-5541BD0EE4B0}"/>
    <dgm:cxn modelId="{941C6E3E-8AAC-41AE-8E81-08C6B09E285B}" srcId="{D5970117-4547-4556-A8F0-4AA5A45DD382}" destId="{0AB23D1A-365C-41B5-B22E-EE2FD1ED3831}" srcOrd="0" destOrd="0" parTransId="{B97C0A55-B7D7-4493-933F-D74BCFAB505F}" sibTransId="{33C8C17D-9B1B-4818-90FD-0F02C8F4E8A6}"/>
    <dgm:cxn modelId="{B17BFEA6-3F6B-4DE8-A084-B649537C723E}" srcId="{D5970117-4547-4556-A8F0-4AA5A45DD382}" destId="{9E393C5F-537F-4486-AF38-213A2970F40C}" srcOrd="1" destOrd="0" parTransId="{661D6CDE-248C-476E-889A-34B2C2F089A3}" sibTransId="{639748A4-FE38-4F33-8303-B45DBB8EAB9F}"/>
    <dgm:cxn modelId="{B3C7FE31-B690-4D6E-914A-2DDD565ED493}" srcId="{D5970117-4547-4556-A8F0-4AA5A45DD382}" destId="{8795FA3F-5785-42BE-945F-C84AC50A8101}" srcOrd="2" destOrd="0" parTransId="{3B753A43-20E4-4532-B3FA-E6FF7B7327D1}" sibTransId="{9701CCEE-E588-4737-885F-373856D1C122}"/>
    <dgm:cxn modelId="{83505723-03F1-4EC3-A503-8A43C01454B1}" srcId="{D5970117-4547-4556-A8F0-4AA5A45DD382}" destId="{93987BBC-A5AF-4F52-B327-30488099E929}" srcOrd="3" destOrd="0" parTransId="{C0543679-8751-41B8-872F-828AE8C56B5E}" sibTransId="{6B1DABCF-D8E8-4FA3-9A3A-2B7AEB87FCCA}"/>
    <dgm:cxn modelId="{EBF6A4B6-C95E-463F-ABAD-0490314787F6}" srcId="{4F65F57A-2A06-49F5-AEA6-A6230613B512}" destId="{D6189F04-676E-432B-831E-845ECCA51ECD}" srcOrd="1" destOrd="0" parTransId="{5BD604E6-6238-4BC7-9016-4075CC896374}" sibTransId="{D65E24BB-A286-400F-8B54-063B72EABE96}"/>
    <dgm:cxn modelId="{A07734D8-398B-414D-9A5D-6F534F14167F}" srcId="{D6189F04-676E-432B-831E-845ECCA51ECD}" destId="{836FF9C7-1B31-463D-B8AA-C60846B48F90}" srcOrd="0" destOrd="1" parTransId="{260DBA40-D291-4435-AE8E-9ADE2429762D}" sibTransId="{054A4FCA-BD1C-4023-B077-080A0CCCE956}"/>
    <dgm:cxn modelId="{490D530D-CAE3-4AA6-92FD-8F105B9A4C02}" srcId="{D6189F04-676E-432B-831E-845ECCA51ECD}" destId="{64656DDC-5199-4D44-99CA-D641AD730111}" srcOrd="1" destOrd="1" parTransId="{7622973F-F32F-45B3-A081-B4F0C184216F}" sibTransId="{27CCA310-20B4-4CFC-AF58-4E449F3558FB}"/>
    <dgm:cxn modelId="{11F67FC7-7615-4520-99E4-8C88270B7253}" srcId="{D6189F04-676E-432B-831E-845ECCA51ECD}" destId="{B8538478-D83B-4772-9E77-267A1D52D253}" srcOrd="2" destOrd="1" parTransId="{C092EBB4-F6D7-43EC-9406-8FAAC6110231}" sibTransId="{0C7A186A-3CDA-45B9-B739-32AF5EC73EF3}"/>
    <dgm:cxn modelId="{A9DD07F4-9DD8-4D30-B9E5-C372BB298AC7}" srcId="{D6189F04-676E-432B-831E-845ECCA51ECD}" destId="{4A5EADD3-E147-416B-A1A8-3F410976486C}" srcOrd="3" destOrd="1" parTransId="{980FE870-AEED-49AA-A62A-C90B1EEC703E}" sibTransId="{07D37328-B3EF-4C6E-83F3-8A3E53AC7E0C}"/>
    <dgm:cxn modelId="{6B3F8B90-7CAF-4BF5-B36D-762E449FCC2A}" srcId="{4F65F57A-2A06-49F5-AEA6-A6230613B512}" destId="{503D381F-A3A4-4F4C-8C8A-CFA156B222E3}" srcOrd="2" destOrd="0" parTransId="{12EEEB91-0A98-4E59-A6AD-87E1404D3976}" sibTransId="{08E95760-9E89-437F-9130-4F98FA8F241B}"/>
    <dgm:cxn modelId="{C5C1A600-EBAD-45A1-A843-342E4CA7C8E4}" srcId="{503D381F-A3A4-4F4C-8C8A-CFA156B222E3}" destId="{F7BB6E76-06CC-45F2-94F8-75720DB71458}" srcOrd="0" destOrd="2" parTransId="{05574772-CD51-45D6-B834-91DD1E9B4EF2}" sibTransId="{582F3132-77B3-4CF1-AF73-0AF9CD8A8D44}"/>
    <dgm:cxn modelId="{FC7D6FB1-0DDE-4B69-9475-C6F3DC41B3A8}" type="presOf" srcId="{4F65F57A-2A06-49F5-AEA6-A6230613B512}" destId="{580A600C-3269-456C-B82F-0EABCD060C97}" srcOrd="0" destOrd="0" presId="urn:microsoft.com/office/officeart/2009/3/layout/StepUpProcess#1"/>
    <dgm:cxn modelId="{A47E1459-3F57-46C5-945C-A996198FAA23}" type="presParOf" srcId="{580A600C-3269-456C-B82F-0EABCD060C97}" destId="{4C756F1F-ACF2-441A-8990-B474F8F0CF52}" srcOrd="0" destOrd="0" presId="urn:microsoft.com/office/officeart/2009/3/layout/StepUpProcess#1"/>
    <dgm:cxn modelId="{997625D4-E93D-49A8-B79A-5CB624A96256}" type="presParOf" srcId="{4C756F1F-ACF2-441A-8990-B474F8F0CF52}" destId="{87811633-825C-4BE2-9311-7BB9D0E14B19}" srcOrd="0" destOrd="0" presId="urn:microsoft.com/office/officeart/2009/3/layout/StepUpProcess#1"/>
    <dgm:cxn modelId="{CC17601F-370B-4350-A685-A8610EC45686}" type="presParOf" srcId="{4C756F1F-ACF2-441A-8990-B474F8F0CF52}" destId="{22E467E3-3E77-4E11-9242-93B7E0BE66CE}" srcOrd="1" destOrd="0" presId="urn:microsoft.com/office/officeart/2009/3/layout/StepUpProcess#1"/>
    <dgm:cxn modelId="{7933ABCC-328C-43FA-9CD1-4E52C0D884D5}" type="presOf" srcId="{D5970117-4547-4556-A8F0-4AA5A45DD382}" destId="{22E467E3-3E77-4E11-9242-93B7E0BE66CE}" srcOrd="0" destOrd="0" presId="urn:microsoft.com/office/officeart/2009/3/layout/StepUpProcess#1"/>
    <dgm:cxn modelId="{A6C34ECE-71B6-4F75-A501-933E5CB6DE2F}" type="presOf" srcId="{0AB23D1A-365C-41B5-B22E-EE2FD1ED3831}" destId="{22E467E3-3E77-4E11-9242-93B7E0BE66CE}" srcOrd="0" destOrd="1" presId="urn:microsoft.com/office/officeart/2009/3/layout/StepUpProcess#1"/>
    <dgm:cxn modelId="{02A10E65-D676-4229-9976-42E43ED9E646}" type="presOf" srcId="{9E393C5F-537F-4486-AF38-213A2970F40C}" destId="{22E467E3-3E77-4E11-9242-93B7E0BE66CE}" srcOrd="0" destOrd="2" presId="urn:microsoft.com/office/officeart/2009/3/layout/StepUpProcess#1"/>
    <dgm:cxn modelId="{F22BB25A-2244-4EBE-A265-0E4BD4C891AB}" type="presOf" srcId="{8795FA3F-5785-42BE-945F-C84AC50A8101}" destId="{22E467E3-3E77-4E11-9242-93B7E0BE66CE}" srcOrd="0" destOrd="3" presId="urn:microsoft.com/office/officeart/2009/3/layout/StepUpProcess#1"/>
    <dgm:cxn modelId="{AD3D7F5C-D2F6-41FA-98FC-C84A941FAFFD}" type="presOf" srcId="{93987BBC-A5AF-4F52-B327-30488099E929}" destId="{22E467E3-3E77-4E11-9242-93B7E0BE66CE}" srcOrd="0" destOrd="4" presId="urn:microsoft.com/office/officeart/2009/3/layout/StepUpProcess#1"/>
    <dgm:cxn modelId="{F3EB225C-E88E-4D97-B1A4-18E1764B273D}" type="presParOf" srcId="{4C756F1F-ACF2-441A-8990-B474F8F0CF52}" destId="{88824B74-144A-45B0-A690-AC96C0A6CFB1}" srcOrd="2" destOrd="0" presId="urn:microsoft.com/office/officeart/2009/3/layout/StepUpProcess#1"/>
    <dgm:cxn modelId="{DF64B3C9-2EF4-4D15-BC18-62EF6B5004BB}" type="presParOf" srcId="{580A600C-3269-456C-B82F-0EABCD060C97}" destId="{27F674D0-D81C-4700-8442-50D8FA8296D7}" srcOrd="1" destOrd="0" presId="urn:microsoft.com/office/officeart/2009/3/layout/StepUpProcess#1"/>
    <dgm:cxn modelId="{B54FC716-B4B6-4FCC-B2DC-38E822444020}" type="presParOf" srcId="{27F674D0-D81C-4700-8442-50D8FA8296D7}" destId="{A1497ADD-18B0-4516-8F12-9369BA61CB63}" srcOrd="0" destOrd="1" presId="urn:microsoft.com/office/officeart/2009/3/layout/StepUpProcess#1"/>
    <dgm:cxn modelId="{4195E4DE-383D-48EE-B5FF-C90289D9C8EB}" type="presParOf" srcId="{580A600C-3269-456C-B82F-0EABCD060C97}" destId="{88D0315D-933F-4EB7-B9E4-489C14AD130A}" srcOrd="2" destOrd="0" presId="urn:microsoft.com/office/officeart/2009/3/layout/StepUpProcess#1"/>
    <dgm:cxn modelId="{C66ADA55-83DD-48B5-8837-38E939CA7387}" type="presParOf" srcId="{88D0315D-933F-4EB7-B9E4-489C14AD130A}" destId="{39782379-72DC-4B19-904A-CE3BEFB50347}" srcOrd="0" destOrd="2" presId="urn:microsoft.com/office/officeart/2009/3/layout/StepUpProcess#1"/>
    <dgm:cxn modelId="{114B1678-EE8E-4F67-96F0-E296DC587F9E}" type="presParOf" srcId="{88D0315D-933F-4EB7-B9E4-489C14AD130A}" destId="{68DBA57E-2E75-42FA-A1C1-369F7013DDBF}" srcOrd="1" destOrd="2" presId="urn:microsoft.com/office/officeart/2009/3/layout/StepUpProcess#1"/>
    <dgm:cxn modelId="{A49C2F83-BC95-4D32-9F1D-C4B5BE36A962}" type="presOf" srcId="{D6189F04-676E-432B-831E-845ECCA51ECD}" destId="{68DBA57E-2E75-42FA-A1C1-369F7013DDBF}" srcOrd="0" destOrd="0" presId="urn:microsoft.com/office/officeart/2009/3/layout/StepUpProcess#1"/>
    <dgm:cxn modelId="{CF652371-F254-43C2-B307-B1F76A9EA381}" type="presOf" srcId="{836FF9C7-1B31-463D-B8AA-C60846B48F90}" destId="{68DBA57E-2E75-42FA-A1C1-369F7013DDBF}" srcOrd="0" destOrd="1" presId="urn:microsoft.com/office/officeart/2009/3/layout/StepUpProcess#1"/>
    <dgm:cxn modelId="{44788524-5EA8-4EC2-A64F-1B24C0284052}" type="presOf" srcId="{64656DDC-5199-4D44-99CA-D641AD730111}" destId="{68DBA57E-2E75-42FA-A1C1-369F7013DDBF}" srcOrd="0" destOrd="2" presId="urn:microsoft.com/office/officeart/2009/3/layout/StepUpProcess#1"/>
    <dgm:cxn modelId="{E516327D-5EAE-4708-B20C-95B0AFFF3059}" type="presOf" srcId="{B8538478-D83B-4772-9E77-267A1D52D253}" destId="{68DBA57E-2E75-42FA-A1C1-369F7013DDBF}" srcOrd="0" destOrd="3" presId="urn:microsoft.com/office/officeart/2009/3/layout/StepUpProcess#1"/>
    <dgm:cxn modelId="{9C05E7FB-1C13-4021-80A7-5D3D56ACAF69}" type="presOf" srcId="{4A5EADD3-E147-416B-A1A8-3F410976486C}" destId="{68DBA57E-2E75-42FA-A1C1-369F7013DDBF}" srcOrd="0" destOrd="4" presId="urn:microsoft.com/office/officeart/2009/3/layout/StepUpProcess#1"/>
    <dgm:cxn modelId="{04C708F9-132C-422F-B8E1-2BF58D2ADD11}" type="presParOf" srcId="{88D0315D-933F-4EB7-B9E4-489C14AD130A}" destId="{A858622B-8B6D-4DEC-AD4E-26625C383A51}" srcOrd="2" destOrd="2" presId="urn:microsoft.com/office/officeart/2009/3/layout/StepUpProcess#1"/>
    <dgm:cxn modelId="{B18F5E50-A38C-436D-8976-19F72A07A9E6}" type="presParOf" srcId="{580A600C-3269-456C-B82F-0EABCD060C97}" destId="{C03E74F5-3C37-42AB-B1AC-6C60492EED61}" srcOrd="3" destOrd="0" presId="urn:microsoft.com/office/officeart/2009/3/layout/StepUpProcess#1"/>
    <dgm:cxn modelId="{F8825DC8-CA83-47D7-9379-3EF5FA6E13EC}" type="presParOf" srcId="{C03E74F5-3C37-42AB-B1AC-6C60492EED61}" destId="{6DE84F1C-553D-415A-BC84-77FCC75AFD7C}" srcOrd="0" destOrd="3" presId="urn:microsoft.com/office/officeart/2009/3/layout/StepUpProcess#1"/>
    <dgm:cxn modelId="{3AE178E0-6EF8-4E92-881B-4A6348D04AD3}" type="presParOf" srcId="{580A600C-3269-456C-B82F-0EABCD060C97}" destId="{F201BA93-0E6E-4C3C-B5F3-2FDF4B307239}" srcOrd="4" destOrd="0" presId="urn:microsoft.com/office/officeart/2009/3/layout/StepUpProcess#1"/>
    <dgm:cxn modelId="{7D4A1FCB-BCF5-4EA6-91BE-B0CE0D0B035B}" type="presParOf" srcId="{F201BA93-0E6E-4C3C-B5F3-2FDF4B307239}" destId="{64AA5029-03A0-496C-83D8-B86F318E012A}" srcOrd="0" destOrd="4" presId="urn:microsoft.com/office/officeart/2009/3/layout/StepUpProcess#1"/>
    <dgm:cxn modelId="{168AC8F0-C362-41EB-8D60-D3738395625F}" type="presParOf" srcId="{F201BA93-0E6E-4C3C-B5F3-2FDF4B307239}" destId="{90860BBB-7F7E-44D3-9F07-5F1E8E950A72}" srcOrd="1" destOrd="4" presId="urn:microsoft.com/office/officeart/2009/3/layout/StepUpProcess#1"/>
    <dgm:cxn modelId="{2A65A50B-7731-4910-82C7-99A96FE58802}" type="presOf" srcId="{503D381F-A3A4-4F4C-8C8A-CFA156B222E3}" destId="{90860BBB-7F7E-44D3-9F07-5F1E8E950A72}" srcOrd="0" destOrd="0" presId="urn:microsoft.com/office/officeart/2009/3/layout/StepUpProcess#1"/>
    <dgm:cxn modelId="{759FC508-326F-47CF-905C-5D81E9E8B0D4}" type="presOf" srcId="{F7BB6E76-06CC-45F2-94F8-75720DB71458}" destId="{90860BBB-7F7E-44D3-9F07-5F1E8E950A72}" srcOrd="0" destOrd="1" presId="urn:microsoft.com/office/officeart/2009/3/layout/StepUp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65F57A-2A06-49F5-AEA6-A6230613B512}" type="doc">
      <dgm:prSet loTypeId="process" loCatId="process" qsTypeId="urn:microsoft.com/office/officeart/2005/8/quickstyle/simple1#2" qsCatId="simple" csTypeId="urn:microsoft.com/office/officeart/2005/8/colors/colorful1#2" csCatId="colorful" phldr="1"/>
      <dgm:spPr/>
      <dgm:t>
        <a:bodyPr/>
        <a:lstStyle/>
        <a:p>
          <a:endParaRPr lang="zh-CN" altLang="en-US"/>
        </a:p>
      </dgm:t>
    </dgm:pt>
    <dgm:pt modelId="{D5970117-4547-4556-A8F0-4AA5A45DD382}">
      <dgm:prSet phldrT="[文本]" phldr="0" custT="1"/>
      <dgm:spPr/>
      <dgm:t>
        <a:bodyPr vert="horz" wrap="square"/>
        <a:p>
          <a:pPr>
            <a:lnSpc>
              <a:spcPct val="100000"/>
            </a:lnSpc>
            <a:spcBef>
              <a:spcPct val="0"/>
            </a:spcBef>
            <a:spcAft>
              <a:spcPct val="35000"/>
            </a:spcAft>
          </a:pPr>
          <a:r>
            <a:rPr lang="en-US" altLang="zh-CN" sz="6500" dirty="0" smtClean="0"/>
            <a:t>2024</a:t>
          </a:r>
          <a:r>
            <a:rPr lang="zh-CN" altLang="en-US" sz="6500" dirty="0"/>
            <a:t/>
          </a:r>
          <a:endParaRPr lang="zh-CN" altLang="en-US" sz="6500" dirty="0"/>
        </a:p>
      </dgm:t>
    </dgm:pt>
    <dgm:pt modelId="{7C6E7A5A-99CA-49C3-A951-6159587A3811}" cxnId="{5F87A274-0EF0-494D-9057-045C22C3E8C2}" type="parTrans">
      <dgm:prSet/>
      <dgm:spPr/>
      <dgm:t>
        <a:bodyPr/>
        <a:lstStyle/>
        <a:p>
          <a:endParaRPr lang="zh-CN" altLang="en-US"/>
        </a:p>
      </dgm:t>
    </dgm:pt>
    <dgm:pt modelId="{AF197617-E136-499D-97E3-5541BD0EE4B0}" cxnId="{5F87A274-0EF0-494D-9057-045C22C3E8C2}" type="sibTrans">
      <dgm:prSet/>
      <dgm:spPr/>
      <dgm:t>
        <a:bodyPr/>
        <a:lstStyle/>
        <a:p>
          <a:endParaRPr lang="zh-CN" altLang="en-US"/>
        </a:p>
      </dgm:t>
    </dgm:pt>
    <dgm:pt modelId="{66073956-D189-41F7-9A32-5FAC0EAD43B1}">
      <dgm:prSet phldr="0" custT="1"/>
      <dgm:spPr/>
      <dgm:t>
        <a:bodyPr vert="horz" wrap="square"/>
        <a:p>
          <a:pPr>
            <a:lnSpc>
              <a:spcPct val="100000"/>
            </a:lnSpc>
            <a:spcBef>
              <a:spcPct val="0"/>
            </a:spcBef>
            <a:spcAft>
              <a:spcPct val="15000"/>
            </a:spcAft>
          </a:pPr>
          <a:r>
            <a:rPr lang="zh-CN" altLang="en-US" sz="1600" dirty="0"/>
            <a:t>社区</a:t>
          </a:r>
          <a:r>
            <a:rPr lang="zh-CN" altLang="en-US" sz="1600" dirty="0"/>
            <a:t>核心</a:t>
          </a:r>
          <a:r>
            <a:rPr lang="zh-CN" altLang="en-US" sz="1600" dirty="0"/>
            <a:t>人员</a:t>
          </a:r>
          <a:r>
            <a:rPr lang="zh-CN" altLang="en-US" sz="1600" dirty="0"/>
            <a:t>确认</a:t>
          </a:r>
          <a:r>
            <a:rPr lang="en-US" altLang="zh-CN" sz="1600" dirty="0"/>
            <a:t/>
          </a:r>
          <a:endParaRPr lang="en-US" altLang="zh-CN" sz="1600" dirty="0"/>
        </a:p>
      </dgm:t>
    </dgm:pt>
    <dgm:pt modelId="{C00A22BE-4F65-4D45-8029-64FB1281DE03}" cxnId="{B484E46C-3DE2-4E2D-8326-1A22E4C00B50}" type="parTrans">
      <dgm:prSet/>
      <dgm:spPr/>
    </dgm:pt>
    <dgm:pt modelId="{AD995B1F-92AE-4626-801B-CC72978AE7DC}" cxnId="{B484E46C-3DE2-4E2D-8326-1A22E4C00B50}" type="sibTrans">
      <dgm:prSet/>
      <dgm:spPr/>
    </dgm:pt>
    <dgm:pt modelId="{8950F8D6-C745-45B1-AF53-BEFB7673CA76}">
      <dgm:prSet phldr="0" custT="1"/>
      <dgm:spPr/>
      <dgm:t>
        <a:bodyPr vert="horz" wrap="square"/>
        <a:p>
          <a:pPr>
            <a:lnSpc>
              <a:spcPct val="100000"/>
            </a:lnSpc>
            <a:spcBef>
              <a:spcPct val="0"/>
            </a:spcBef>
            <a:spcAft>
              <a:spcPct val="15000"/>
            </a:spcAft>
          </a:pPr>
          <a:r>
            <a:rPr lang="en-US" altLang="zh-CN" sz="1600" dirty="0"/>
            <a:t>React </a:t>
          </a:r>
          <a:r>
            <a:rPr lang="zh-CN" altLang="en-US" sz="1600" dirty="0"/>
            <a:t>管理</a:t>
          </a:r>
          <a:r>
            <a:rPr lang="zh-CN" altLang="en-US" sz="1600" dirty="0"/>
            <a:t>端</a:t>
          </a:r>
          <a:endParaRPr lang="zh-CN" altLang="en-US" sz="1600" dirty="0"/>
        </a:p>
      </dgm:t>
    </dgm:pt>
    <dgm:pt modelId="{47ED483D-6F44-48EC-8B26-446D61FDBA34}" cxnId="{857107C2-CFFD-4C2C-86B8-B24DF3A05D66}" type="parTrans">
      <dgm:prSet/>
      <dgm:spPr/>
    </dgm:pt>
    <dgm:pt modelId="{7D9AF510-A074-411D-89A4-350F5C6BFDF8}" cxnId="{857107C2-CFFD-4C2C-86B8-B24DF3A05D66}" type="sibTrans">
      <dgm:prSet/>
      <dgm:spPr/>
    </dgm:pt>
    <dgm:pt modelId="{4584A661-6929-43D3-89BC-A9B435356B51}">
      <dgm:prSet phldr="0" custT="1"/>
      <dgm:spPr/>
      <dgm:t>
        <a:bodyPr vert="horz" wrap="square"/>
        <a:p>
          <a:pPr>
            <a:lnSpc>
              <a:spcPct val="100000"/>
            </a:lnSpc>
            <a:spcBef>
              <a:spcPct val="0"/>
            </a:spcBef>
            <a:spcAft>
              <a:spcPct val="15000"/>
            </a:spcAft>
          </a:pPr>
          <a:r>
            <a:rPr lang="zh-CN" altLang="en-US" sz="1600" dirty="0"/>
            <a:t>开发</a:t>
          </a:r>
          <a:r>
            <a:rPr lang="zh-CN" altLang="en-US" sz="1600" dirty="0"/>
            <a:t>手册</a:t>
          </a:r>
          <a:r>
            <a:rPr lang="zh-CN" altLang="en-US" sz="1600" dirty="0"/>
            <a:t/>
          </a:r>
          <a:endParaRPr lang="zh-CN" altLang="en-US" sz="1600" dirty="0"/>
        </a:p>
      </dgm:t>
    </dgm:pt>
    <dgm:pt modelId="{45A920AA-344A-42B6-B162-ACF6BC27AA46}" cxnId="{B640EFFC-0C74-4882-9546-0A2A78230EA7}" type="parTrans">
      <dgm:prSet/>
      <dgm:spPr/>
    </dgm:pt>
    <dgm:pt modelId="{C40D6E63-44C2-41EF-BD40-2D463FA33D43}" cxnId="{B640EFFC-0C74-4882-9546-0A2A78230EA7}" type="sibTrans">
      <dgm:prSet/>
      <dgm:spPr/>
    </dgm:pt>
    <dgm:pt modelId="{D6189F04-676E-432B-831E-845ECCA51ECD}">
      <dgm:prSet phldrT="[文本]" phldr="0" custT="1"/>
      <dgm:spPr/>
      <dgm:t>
        <a:bodyPr vert="horz" wrap="square"/>
        <a:p>
          <a:pPr>
            <a:lnSpc>
              <a:spcPct val="100000"/>
            </a:lnSpc>
            <a:spcBef>
              <a:spcPct val="0"/>
            </a:spcBef>
            <a:spcAft>
              <a:spcPct val="35000"/>
            </a:spcAft>
          </a:pPr>
          <a:r>
            <a:rPr lang="en-US" altLang="zh-CN" sz="6500" dirty="0" smtClean="0"/>
            <a:t>2025</a:t>
          </a:r>
          <a:r>
            <a:rPr lang="zh-CN" altLang="en-US" sz="6500" dirty="0"/>
            <a:t/>
          </a:r>
          <a:endParaRPr lang="zh-CN" altLang="en-US" sz="6500" dirty="0"/>
        </a:p>
      </dgm:t>
    </dgm:pt>
    <dgm:pt modelId="{5BD604E6-6238-4BC7-9016-4075CC896374}" cxnId="{D8ACF0D0-F682-4870-90C6-76DDF6A5D494}" type="parTrans">
      <dgm:prSet/>
      <dgm:spPr/>
      <dgm:t>
        <a:bodyPr/>
        <a:lstStyle/>
        <a:p>
          <a:endParaRPr lang="zh-CN" altLang="en-US"/>
        </a:p>
      </dgm:t>
    </dgm:pt>
    <dgm:pt modelId="{D65E24BB-A286-400F-8B54-063B72EABE96}" cxnId="{D8ACF0D0-F682-4870-90C6-76DDF6A5D494}" type="sibTrans">
      <dgm:prSet/>
      <dgm:spPr/>
      <dgm:t>
        <a:bodyPr/>
        <a:lstStyle/>
        <a:p>
          <a:endParaRPr lang="zh-CN" altLang="en-US"/>
        </a:p>
      </dgm:t>
    </dgm:pt>
    <dgm:pt modelId="{911C7346-E5BC-4948-B967-ADDC84DC5E56}">
      <dgm:prSet phldr="0" custT="1"/>
      <dgm:spPr/>
      <dgm:t>
        <a:bodyPr vert="horz" wrap="square"/>
        <a:p>
          <a:pPr>
            <a:lnSpc>
              <a:spcPct val="100000"/>
            </a:lnSpc>
            <a:spcBef>
              <a:spcPct val="0"/>
            </a:spcBef>
            <a:spcAft>
              <a:spcPct val="15000"/>
            </a:spcAft>
          </a:pPr>
          <a:r>
            <a:rPr lang="en-US" altLang="zh-CN" sz="1600" dirty="0"/>
            <a:t>Go IoT</a:t>
          </a:r>
          <a:r>
            <a:rPr lang="zh-CN" altLang="en-US" sz="1600" dirty="0"/>
            <a:t>开发</a:t>
          </a:r>
          <a:r>
            <a:rPr lang="zh-CN" altLang="en-US" sz="1600" dirty="0"/>
            <a:t>平台</a:t>
          </a:r>
          <a:r>
            <a:rPr lang="zh-CN" altLang="en-US" sz="1600" dirty="0"/>
            <a:t>书籍</a:t>
          </a:r>
          <a:r>
            <a:rPr lang="zh-CN" altLang="en-US" sz="1600" dirty="0"/>
            <a:t/>
          </a:r>
          <a:endParaRPr lang="zh-CN" altLang="en-US" sz="1600" dirty="0"/>
        </a:p>
      </dgm:t>
    </dgm:pt>
    <dgm:pt modelId="{FB7E9068-DEF8-4395-92A7-473E1129BD68}" cxnId="{F4E5A1FA-3D3E-4AB7-A8D6-4E7CD7BA5E75}" type="parTrans">
      <dgm:prSet/>
      <dgm:spPr/>
    </dgm:pt>
    <dgm:pt modelId="{00123319-7B1F-4E41-B619-B0F436C7C7AD}" cxnId="{F4E5A1FA-3D3E-4AB7-A8D6-4E7CD7BA5E75}" type="sibTrans">
      <dgm:prSet/>
      <dgm:spPr/>
    </dgm:pt>
    <dgm:pt modelId="{A85178CF-1227-4E2A-A92D-DEF4BB10FADB}">
      <dgm:prSet phldr="0" custT="1"/>
      <dgm:spPr/>
      <dgm:t>
        <a:bodyPr vert="horz" wrap="square"/>
        <a:p>
          <a:pPr>
            <a:lnSpc>
              <a:spcPct val="100000"/>
            </a:lnSpc>
            <a:spcBef>
              <a:spcPct val="0"/>
            </a:spcBef>
            <a:spcAft>
              <a:spcPct val="15000"/>
            </a:spcAft>
          </a:pPr>
          <a:r>
            <a:rPr lang="zh-CN" altLang="en-US" sz="1600" dirty="0"/>
            <a:t>参与</a:t>
          </a:r>
          <a:r>
            <a:rPr lang="zh-CN" altLang="en-US" sz="1600" dirty="0"/>
            <a:t>线下</a:t>
          </a:r>
          <a:r>
            <a:rPr lang="zh-CN" altLang="en-US" sz="1600" dirty="0"/>
            <a:t>开源</a:t>
          </a:r>
          <a:r>
            <a:rPr lang="zh-CN" altLang="en-US" sz="1600" dirty="0"/>
            <a:t>活动</a:t>
          </a:r>
          <a:endParaRPr lang="zh-CN" altLang="en-US" sz="1600" dirty="0"/>
        </a:p>
      </dgm:t>
    </dgm:pt>
    <dgm:pt modelId="{9F12278B-C3DC-49F7-9A4C-5804DF9EA37A}" cxnId="{E9EE3FB9-6F1D-4B2B-BEDE-F8761219A06B}" type="parTrans">
      <dgm:prSet/>
      <dgm:spPr/>
    </dgm:pt>
    <dgm:pt modelId="{F47C316A-9D79-42A4-B68C-19ECF633B399}" cxnId="{E9EE3FB9-6F1D-4B2B-BEDE-F8761219A06B}" type="sibTrans">
      <dgm:prSet/>
      <dgm:spPr/>
    </dgm:pt>
    <dgm:pt modelId="{9C4DD8A1-BDA0-4633-A13C-2294B9F7B163}">
      <dgm:prSet phldr="0" custT="1"/>
      <dgm:spPr/>
      <dgm:t>
        <a:bodyPr vert="horz" wrap="square"/>
        <a:p>
          <a:pPr>
            <a:lnSpc>
              <a:spcPct val="100000"/>
            </a:lnSpc>
            <a:spcBef>
              <a:spcPct val="0"/>
            </a:spcBef>
            <a:spcAft>
              <a:spcPct val="15000"/>
            </a:spcAft>
          </a:pPr>
          <a:r>
            <a:rPr lang="en-US" altLang="zh-CN" sz="1600" dirty="0"/>
            <a:t>GVP</a:t>
          </a:r>
          <a:r>
            <a:rPr lang="zh-CN" altLang="en-US" sz="1600" dirty="0"/>
            <a:t>等</a:t>
          </a:r>
          <a:r>
            <a:rPr lang="zh-CN" altLang="en-US" sz="1600" dirty="0"/>
            <a:t>国内</a:t>
          </a:r>
          <a:r>
            <a:rPr lang="zh-CN" altLang="en-US" sz="1600" dirty="0"/>
            <a:t>奖项</a:t>
          </a:r>
          <a:r>
            <a:rPr lang="zh-CN" altLang="en-US" sz="1600" dirty="0"/>
            <a:t>参与</a:t>
          </a:r>
          <a:r>
            <a:rPr lang="zh-CN" altLang="en-US" sz="1600" dirty="0"/>
            <a:t/>
          </a:r>
          <a:endParaRPr lang="zh-CN" altLang="en-US" sz="1600" dirty="0"/>
        </a:p>
      </dgm:t>
    </dgm:pt>
    <dgm:pt modelId="{34FBAAA8-0E63-4B22-884D-2EAAC2FC6DE6}" cxnId="{A9A2C285-E31A-411A-ABD6-BFC45A2A4E7E}" type="parTrans">
      <dgm:prSet/>
      <dgm:spPr/>
    </dgm:pt>
    <dgm:pt modelId="{7BA6B2CD-2A2E-46CE-816B-5FC53C51F613}" cxnId="{A9A2C285-E31A-411A-ABD6-BFC45A2A4E7E}" type="sibTrans">
      <dgm:prSet/>
      <dgm:spPr/>
    </dgm:pt>
    <dgm:pt modelId="{503D381F-A3A4-4F4C-8C8A-CFA156B222E3}">
      <dgm:prSet phldrT="[文本]" phldr="0" custT="1"/>
      <dgm:spPr/>
      <dgm:t>
        <a:bodyPr vert="horz" wrap="square"/>
        <a:p>
          <a:pPr>
            <a:lnSpc>
              <a:spcPct val="100000"/>
            </a:lnSpc>
            <a:spcBef>
              <a:spcPct val="0"/>
            </a:spcBef>
            <a:spcAft>
              <a:spcPct val="35000"/>
            </a:spcAft>
          </a:pPr>
          <a:r>
            <a:rPr lang="en-US" altLang="zh-CN" sz="6500" dirty="0" smtClean="0"/>
            <a:t>2026</a:t>
          </a:r>
          <a:r>
            <a:rPr lang="zh-CN" altLang="en-US" sz="6500" dirty="0"/>
            <a:t/>
          </a:r>
          <a:endParaRPr lang="zh-CN" altLang="en-US" sz="6500" dirty="0"/>
        </a:p>
      </dgm:t>
    </dgm:pt>
    <dgm:pt modelId="{12EEEB91-0A98-4E59-A6AD-87E1404D3976}" cxnId="{02BC2F40-BDAC-4EB7-A160-B6FC824ED555}" type="parTrans">
      <dgm:prSet/>
      <dgm:spPr/>
      <dgm:t>
        <a:bodyPr/>
        <a:lstStyle/>
        <a:p>
          <a:endParaRPr lang="zh-CN" altLang="en-US"/>
        </a:p>
      </dgm:t>
    </dgm:pt>
    <dgm:pt modelId="{08E95760-9E89-437F-9130-4F98FA8F241B}" cxnId="{02BC2F40-BDAC-4EB7-A160-B6FC824ED555}" type="sibTrans">
      <dgm:prSet/>
      <dgm:spPr/>
      <dgm:t>
        <a:bodyPr/>
        <a:lstStyle/>
        <a:p>
          <a:endParaRPr lang="zh-CN" altLang="en-US"/>
        </a:p>
      </dgm:t>
    </dgm:pt>
    <dgm:pt modelId="{B177623F-DCD4-4F56-89D2-99B5158121E4}">
      <dgm:prSet phldr="0" custT="1"/>
      <dgm:spPr/>
      <dgm:t>
        <a:bodyPr vert="horz" wrap="square"/>
        <a:p>
          <a:pPr>
            <a:lnSpc>
              <a:spcPct val="100000"/>
            </a:lnSpc>
            <a:spcBef>
              <a:spcPct val="0"/>
            </a:spcBef>
            <a:spcAft>
              <a:spcPct val="15000"/>
            </a:spcAft>
          </a:pPr>
          <a:r>
            <a:rPr lang="zh-CN" altLang="en-US" sz="1600" dirty="0" smtClean="0"/>
            <a:t>社区</a:t>
          </a:r>
          <a:r>
            <a:rPr lang="zh-CN" altLang="en-US" sz="1600" dirty="0" smtClean="0"/>
            <a:t>活动</a:t>
          </a:r>
          <a:r>
            <a:rPr lang="zh-CN" altLang="en-US" sz="1600" dirty="0" smtClean="0"/>
            <a:t>开展</a:t>
          </a:r>
          <a:r>
            <a:rPr lang="zh-CN" altLang="en-US" sz="1600" dirty="0" smtClean="0"/>
            <a:t/>
          </a:r>
          <a:endParaRPr lang="zh-CN" altLang="en-US" sz="1600" dirty="0" smtClean="0"/>
        </a:p>
      </dgm:t>
    </dgm:pt>
    <dgm:pt modelId="{453F7ADE-6059-4107-9ACC-0C9B2771E5FF}" cxnId="{98F50FAE-0FFF-42BD-8B0B-4477C3092C7D}" type="parTrans">
      <dgm:prSet/>
      <dgm:spPr/>
    </dgm:pt>
    <dgm:pt modelId="{2F743E6D-34D7-4D7B-9A70-466F22E1B8AD}" cxnId="{98F50FAE-0FFF-42BD-8B0B-4477C3092C7D}" type="sibTrans">
      <dgm:prSet/>
      <dgm:spPr/>
    </dgm:pt>
    <dgm:pt modelId="{BDB9C93A-CAB7-459B-8140-C8EE1D016A42}">
      <dgm:prSet phldr="0" custT="1"/>
      <dgm:spPr/>
      <dgm:t>
        <a:bodyPr vert="horz" wrap="square"/>
        <a:p>
          <a:pPr>
            <a:lnSpc>
              <a:spcPct val="100000"/>
            </a:lnSpc>
            <a:spcBef>
              <a:spcPct val="0"/>
            </a:spcBef>
            <a:spcAft>
              <a:spcPct val="15000"/>
            </a:spcAft>
          </a:pPr>
          <a:r>
            <a:rPr lang="zh-CN" altLang="en-US" sz="1600" dirty="0" smtClean="0"/>
            <a:t>社区人员</a:t>
          </a:r>
          <a:r>
            <a:rPr lang="zh-CN" altLang="en-US" sz="1600" dirty="0" smtClean="0"/>
            <a:t>扩张</a:t>
          </a:r>
          <a:r>
            <a:rPr lang="en-US" altLang="zh-CN" sz="1600" dirty="0" smtClean="0"/>
            <a:t/>
          </a:r>
          <a:endParaRPr lang="en-US" altLang="zh-CN" sz="1600" dirty="0" smtClean="0"/>
        </a:p>
        <a:p>
          <a:pPr>
            <a:lnSpc>
              <a:spcPct val="100000"/>
            </a:lnSpc>
            <a:spcBef>
              <a:spcPct val="0"/>
            </a:spcBef>
            <a:spcAft>
              <a:spcPct val="15000"/>
            </a:spcAft>
          </a:pPr>
          <a:r>
            <a:rPr lang="zh-CN" altLang="en-US" sz="1600" dirty="0"/>
            <a:t/>
          </a:r>
          <a:endParaRPr lang="zh-CN" altLang="en-US" sz="1600" dirty="0"/>
        </a:p>
      </dgm:t>
    </dgm:pt>
    <dgm:pt modelId="{9B337F0F-CBF1-45F6-8EA8-7CB63BD186A4}" cxnId="{D394E41C-1CA3-47D6-B048-741B34BC9C19}" type="parTrans">
      <dgm:prSet/>
      <dgm:spPr/>
    </dgm:pt>
    <dgm:pt modelId="{564BF451-C673-431B-A7C4-795BE5080550}" cxnId="{D394E41C-1CA3-47D6-B048-741B34BC9C19}" type="sibTrans">
      <dgm:prSet/>
      <dgm:spPr/>
    </dgm:pt>
    <dgm:pt modelId="{580A600C-3269-456C-B82F-0EABCD060C97}" type="pres">
      <dgm:prSet presAssocID="{4F65F57A-2A06-49F5-AEA6-A6230613B512}" presName="rootnode" presStyleCnt="0">
        <dgm:presLayoutVars>
          <dgm:chMax/>
          <dgm:chPref/>
          <dgm:dir/>
          <dgm:animLvl val="lvl"/>
        </dgm:presLayoutVars>
      </dgm:prSet>
      <dgm:spPr/>
      <dgm:t>
        <a:bodyPr/>
        <a:lstStyle/>
        <a:p>
          <a:endParaRPr lang="zh-CN" altLang="en-US"/>
        </a:p>
      </dgm:t>
    </dgm:pt>
    <dgm:pt modelId="{4C756F1F-ACF2-441A-8990-B474F8F0CF52}" type="pres">
      <dgm:prSet presAssocID="{D5970117-4547-4556-A8F0-4AA5A45DD382}" presName="composite" presStyleCnt="0"/>
      <dgm:spPr/>
      <dgm:t>
        <a:bodyPr/>
        <a:lstStyle/>
        <a:p>
          <a:endParaRPr lang="zh-CN" altLang="en-US"/>
        </a:p>
      </dgm:t>
    </dgm:pt>
    <dgm:pt modelId="{87811633-825C-4BE2-9311-7BB9D0E14B19}" type="pres">
      <dgm:prSet presAssocID="{D5970117-4547-4556-A8F0-4AA5A45DD382}" presName="LShape" presStyleLbl="alignNode1" presStyleIdx="0" presStyleCnt="5"/>
      <dgm:spPr/>
      <dgm:t>
        <a:bodyPr/>
        <a:lstStyle/>
        <a:p>
          <a:endParaRPr lang="zh-CN" altLang="en-US"/>
        </a:p>
      </dgm:t>
    </dgm:pt>
    <dgm:pt modelId="{22E467E3-3E77-4E11-9242-93B7E0BE66CE}" type="pres">
      <dgm:prSet presAssocID="{D5970117-4547-4556-A8F0-4AA5A45DD382}" presName="ParentText" presStyleLbl="revTx" presStyleIdx="0" presStyleCnt="3">
        <dgm:presLayoutVars>
          <dgm:chMax val="0"/>
          <dgm:chPref val="0"/>
          <dgm:bulletEnabled val="1"/>
        </dgm:presLayoutVars>
      </dgm:prSet>
      <dgm:spPr/>
      <dgm:t>
        <a:bodyPr/>
        <a:lstStyle/>
        <a:p>
          <a:endParaRPr lang="zh-CN" altLang="en-US"/>
        </a:p>
      </dgm:t>
    </dgm:pt>
    <dgm:pt modelId="{88824B74-144A-45B0-A690-AC96C0A6CFB1}" type="pres">
      <dgm:prSet presAssocID="{D5970117-4547-4556-A8F0-4AA5A45DD382}" presName="Triangle" presStyleLbl="alignNode1" presStyleIdx="1" presStyleCnt="5"/>
      <dgm:spPr/>
      <dgm:t>
        <a:bodyPr/>
        <a:lstStyle/>
        <a:p>
          <a:endParaRPr lang="zh-CN" altLang="en-US"/>
        </a:p>
      </dgm:t>
    </dgm:pt>
    <dgm:pt modelId="{27F674D0-D81C-4700-8442-50D8FA8296D7}" type="pres">
      <dgm:prSet presAssocID="{AF197617-E136-499D-97E3-5541BD0EE4B0}" presName="sibTrans" presStyleCnt="0"/>
      <dgm:spPr/>
      <dgm:t>
        <a:bodyPr/>
        <a:lstStyle/>
        <a:p>
          <a:endParaRPr lang="zh-CN" altLang="en-US"/>
        </a:p>
      </dgm:t>
    </dgm:pt>
    <dgm:pt modelId="{A1497ADD-18B0-4516-8F12-9369BA61CB63}" type="pres">
      <dgm:prSet presAssocID="{AF197617-E136-499D-97E3-5541BD0EE4B0}" presName="space" presStyleCnt="0"/>
      <dgm:spPr/>
      <dgm:t>
        <a:bodyPr/>
        <a:lstStyle/>
        <a:p>
          <a:endParaRPr lang="zh-CN" altLang="en-US"/>
        </a:p>
      </dgm:t>
    </dgm:pt>
    <dgm:pt modelId="{88D0315D-933F-4EB7-B9E4-489C14AD130A}" type="pres">
      <dgm:prSet presAssocID="{D6189F04-676E-432B-831E-845ECCA51ECD}" presName="composite" presStyleCnt="0"/>
      <dgm:spPr/>
      <dgm:t>
        <a:bodyPr/>
        <a:lstStyle/>
        <a:p>
          <a:endParaRPr lang="zh-CN" altLang="en-US"/>
        </a:p>
      </dgm:t>
    </dgm:pt>
    <dgm:pt modelId="{39782379-72DC-4B19-904A-CE3BEFB50347}" type="pres">
      <dgm:prSet presAssocID="{D6189F04-676E-432B-831E-845ECCA51ECD}" presName="LShape" presStyleLbl="alignNode1" presStyleIdx="2" presStyleCnt="5"/>
      <dgm:spPr/>
      <dgm:t>
        <a:bodyPr/>
        <a:lstStyle/>
        <a:p>
          <a:endParaRPr lang="zh-CN" altLang="en-US"/>
        </a:p>
      </dgm:t>
    </dgm:pt>
    <dgm:pt modelId="{68DBA57E-2E75-42FA-A1C1-369F7013DDBF}" type="pres">
      <dgm:prSet presAssocID="{D6189F04-676E-432B-831E-845ECCA51ECD}" presName="ParentText" presStyleLbl="revTx" presStyleIdx="1" presStyleCnt="3">
        <dgm:presLayoutVars>
          <dgm:chMax val="0"/>
          <dgm:chPref val="0"/>
          <dgm:bulletEnabled val="1"/>
        </dgm:presLayoutVars>
      </dgm:prSet>
      <dgm:spPr/>
      <dgm:t>
        <a:bodyPr/>
        <a:lstStyle/>
        <a:p>
          <a:endParaRPr lang="zh-CN" altLang="en-US"/>
        </a:p>
      </dgm:t>
    </dgm:pt>
    <dgm:pt modelId="{A858622B-8B6D-4DEC-AD4E-26625C383A51}" type="pres">
      <dgm:prSet presAssocID="{D6189F04-676E-432B-831E-845ECCA51ECD}" presName="Triangle" presStyleLbl="alignNode1" presStyleIdx="3" presStyleCnt="5"/>
      <dgm:spPr/>
      <dgm:t>
        <a:bodyPr/>
        <a:lstStyle/>
        <a:p>
          <a:endParaRPr lang="zh-CN" altLang="en-US"/>
        </a:p>
      </dgm:t>
    </dgm:pt>
    <dgm:pt modelId="{C03E74F5-3C37-42AB-B1AC-6C60492EED61}" type="pres">
      <dgm:prSet presAssocID="{D65E24BB-A286-400F-8B54-063B72EABE96}" presName="sibTrans" presStyleCnt="0"/>
      <dgm:spPr/>
      <dgm:t>
        <a:bodyPr/>
        <a:lstStyle/>
        <a:p>
          <a:endParaRPr lang="zh-CN" altLang="en-US"/>
        </a:p>
      </dgm:t>
    </dgm:pt>
    <dgm:pt modelId="{6DE84F1C-553D-415A-BC84-77FCC75AFD7C}" type="pres">
      <dgm:prSet presAssocID="{D65E24BB-A286-400F-8B54-063B72EABE96}" presName="space" presStyleCnt="0"/>
      <dgm:spPr/>
      <dgm:t>
        <a:bodyPr/>
        <a:lstStyle/>
        <a:p>
          <a:endParaRPr lang="zh-CN" altLang="en-US"/>
        </a:p>
      </dgm:t>
    </dgm:pt>
    <dgm:pt modelId="{F201BA93-0E6E-4C3C-B5F3-2FDF4B307239}" type="pres">
      <dgm:prSet presAssocID="{503D381F-A3A4-4F4C-8C8A-CFA156B222E3}" presName="composite" presStyleCnt="0"/>
      <dgm:spPr/>
      <dgm:t>
        <a:bodyPr/>
        <a:lstStyle/>
        <a:p>
          <a:endParaRPr lang="zh-CN" altLang="en-US"/>
        </a:p>
      </dgm:t>
    </dgm:pt>
    <dgm:pt modelId="{64AA5029-03A0-496C-83D8-B86F318E012A}" type="pres">
      <dgm:prSet presAssocID="{503D381F-A3A4-4F4C-8C8A-CFA156B222E3}" presName="LShape" presStyleLbl="alignNode1" presStyleIdx="4" presStyleCnt="5"/>
      <dgm:spPr/>
      <dgm:t>
        <a:bodyPr/>
        <a:lstStyle/>
        <a:p>
          <a:endParaRPr lang="zh-CN" altLang="en-US"/>
        </a:p>
      </dgm:t>
    </dgm:pt>
    <dgm:pt modelId="{90860BBB-7F7E-44D3-9F07-5F1E8E950A72}" type="pres">
      <dgm:prSet presAssocID="{503D381F-A3A4-4F4C-8C8A-CFA156B222E3}" presName="ParentText" presStyleLbl="revTx" presStyleIdx="2" presStyleCnt="3">
        <dgm:presLayoutVars>
          <dgm:chMax val="0"/>
          <dgm:chPref val="0"/>
          <dgm:bulletEnabled val="1"/>
        </dgm:presLayoutVars>
      </dgm:prSet>
      <dgm:spPr/>
      <dgm:t>
        <a:bodyPr/>
        <a:lstStyle/>
        <a:p>
          <a:endParaRPr lang="zh-CN" altLang="en-US"/>
        </a:p>
      </dgm:t>
    </dgm:pt>
  </dgm:ptLst>
  <dgm:cxnLst>
    <dgm:cxn modelId="{5F87A274-0EF0-494D-9057-045C22C3E8C2}" srcId="{4F65F57A-2A06-49F5-AEA6-A6230613B512}" destId="{D5970117-4547-4556-A8F0-4AA5A45DD382}" srcOrd="0" destOrd="0" parTransId="{7C6E7A5A-99CA-49C3-A951-6159587A3811}" sibTransId="{AF197617-E136-499D-97E3-5541BD0EE4B0}"/>
    <dgm:cxn modelId="{B484E46C-3DE2-4E2D-8326-1A22E4C00B50}" srcId="{D5970117-4547-4556-A8F0-4AA5A45DD382}" destId="{66073956-D189-41F7-9A32-5FAC0EAD43B1}" srcOrd="0" destOrd="0" parTransId="{C00A22BE-4F65-4D45-8029-64FB1281DE03}" sibTransId="{AD995B1F-92AE-4626-801B-CC72978AE7DC}"/>
    <dgm:cxn modelId="{857107C2-CFFD-4C2C-86B8-B24DF3A05D66}" srcId="{D5970117-4547-4556-A8F0-4AA5A45DD382}" destId="{8950F8D6-C745-45B1-AF53-BEFB7673CA76}" srcOrd="1" destOrd="0" parTransId="{47ED483D-6F44-48EC-8B26-446D61FDBA34}" sibTransId="{7D9AF510-A074-411D-89A4-350F5C6BFDF8}"/>
    <dgm:cxn modelId="{B640EFFC-0C74-4882-9546-0A2A78230EA7}" srcId="{D5970117-4547-4556-A8F0-4AA5A45DD382}" destId="{4584A661-6929-43D3-89BC-A9B435356B51}" srcOrd="2" destOrd="0" parTransId="{45A920AA-344A-42B6-B162-ACF6BC27AA46}" sibTransId="{C40D6E63-44C2-41EF-BD40-2D463FA33D43}"/>
    <dgm:cxn modelId="{D8ACF0D0-F682-4870-90C6-76DDF6A5D494}" srcId="{4F65F57A-2A06-49F5-AEA6-A6230613B512}" destId="{D6189F04-676E-432B-831E-845ECCA51ECD}" srcOrd="1" destOrd="0" parTransId="{5BD604E6-6238-4BC7-9016-4075CC896374}" sibTransId="{D65E24BB-A286-400F-8B54-063B72EABE96}"/>
    <dgm:cxn modelId="{F4E5A1FA-3D3E-4AB7-A8D6-4E7CD7BA5E75}" srcId="{D6189F04-676E-432B-831E-845ECCA51ECD}" destId="{911C7346-E5BC-4948-B967-ADDC84DC5E56}" srcOrd="0" destOrd="1" parTransId="{FB7E9068-DEF8-4395-92A7-473E1129BD68}" sibTransId="{00123319-7B1F-4E41-B619-B0F436C7C7AD}"/>
    <dgm:cxn modelId="{E9EE3FB9-6F1D-4B2B-BEDE-F8761219A06B}" srcId="{D6189F04-676E-432B-831E-845ECCA51ECD}" destId="{A85178CF-1227-4E2A-A92D-DEF4BB10FADB}" srcOrd="1" destOrd="1" parTransId="{9F12278B-C3DC-49F7-9A4C-5804DF9EA37A}" sibTransId="{F47C316A-9D79-42A4-B68C-19ECF633B399}"/>
    <dgm:cxn modelId="{A9A2C285-E31A-411A-ABD6-BFC45A2A4E7E}" srcId="{D6189F04-676E-432B-831E-845ECCA51ECD}" destId="{9C4DD8A1-BDA0-4633-A13C-2294B9F7B163}" srcOrd="2" destOrd="1" parTransId="{34FBAAA8-0E63-4B22-884D-2EAAC2FC6DE6}" sibTransId="{7BA6B2CD-2A2E-46CE-816B-5FC53C51F613}"/>
    <dgm:cxn modelId="{02BC2F40-BDAC-4EB7-A160-B6FC824ED555}" srcId="{4F65F57A-2A06-49F5-AEA6-A6230613B512}" destId="{503D381F-A3A4-4F4C-8C8A-CFA156B222E3}" srcOrd="2" destOrd="0" parTransId="{12EEEB91-0A98-4E59-A6AD-87E1404D3976}" sibTransId="{08E95760-9E89-437F-9130-4F98FA8F241B}"/>
    <dgm:cxn modelId="{98F50FAE-0FFF-42BD-8B0B-4477C3092C7D}" srcId="{503D381F-A3A4-4F4C-8C8A-CFA156B222E3}" destId="{B177623F-DCD4-4F56-89D2-99B5158121E4}" srcOrd="0" destOrd="2" parTransId="{453F7ADE-6059-4107-9ACC-0C9B2771E5FF}" sibTransId="{2F743E6D-34D7-4D7B-9A70-466F22E1B8AD}"/>
    <dgm:cxn modelId="{D394E41C-1CA3-47D6-B048-741B34BC9C19}" srcId="{503D381F-A3A4-4F4C-8C8A-CFA156B222E3}" destId="{BDB9C93A-CAB7-459B-8140-C8EE1D016A42}" srcOrd="1" destOrd="2" parTransId="{9B337F0F-CBF1-45F6-8EA8-7CB63BD186A4}" sibTransId="{564BF451-C673-431B-A7C4-795BE5080550}"/>
    <dgm:cxn modelId="{144C8FA5-3E05-4A8D-B3CB-0FF86EC3F299}" type="presOf" srcId="{4F65F57A-2A06-49F5-AEA6-A6230613B512}" destId="{580A600C-3269-456C-B82F-0EABCD060C97}" srcOrd="0" destOrd="0" presId="urn:microsoft.com/office/officeart/2009/3/layout/StepUpProcess#2"/>
    <dgm:cxn modelId="{B9BFC992-416A-402B-A7A1-567813D00617}" type="presParOf" srcId="{580A600C-3269-456C-B82F-0EABCD060C97}" destId="{4C756F1F-ACF2-441A-8990-B474F8F0CF52}" srcOrd="0" destOrd="0" presId="urn:microsoft.com/office/officeart/2009/3/layout/StepUpProcess#2"/>
    <dgm:cxn modelId="{297D3FDE-7D8E-4443-B75D-4006158B6B40}" type="presParOf" srcId="{4C756F1F-ACF2-441A-8990-B474F8F0CF52}" destId="{87811633-825C-4BE2-9311-7BB9D0E14B19}" srcOrd="0" destOrd="0" presId="urn:microsoft.com/office/officeart/2009/3/layout/StepUpProcess#2"/>
    <dgm:cxn modelId="{47D8BD19-110C-4DDA-862F-833BA492EBB9}" type="presParOf" srcId="{4C756F1F-ACF2-441A-8990-B474F8F0CF52}" destId="{22E467E3-3E77-4E11-9242-93B7E0BE66CE}" srcOrd="1" destOrd="0" presId="urn:microsoft.com/office/officeart/2009/3/layout/StepUpProcess#2"/>
    <dgm:cxn modelId="{DA3AC5D4-2661-410C-8437-5A2C3385E5F7}" type="presOf" srcId="{D5970117-4547-4556-A8F0-4AA5A45DD382}" destId="{22E467E3-3E77-4E11-9242-93B7E0BE66CE}" srcOrd="0" destOrd="0" presId="urn:microsoft.com/office/officeart/2009/3/layout/StepUpProcess#2"/>
    <dgm:cxn modelId="{C911CFE2-4E1C-4CD5-B2DB-8463A9A2274B}" type="presOf" srcId="{66073956-D189-41F7-9A32-5FAC0EAD43B1}" destId="{22E467E3-3E77-4E11-9242-93B7E0BE66CE}" srcOrd="0" destOrd="1" presId="urn:microsoft.com/office/officeart/2009/3/layout/StepUpProcess#2"/>
    <dgm:cxn modelId="{1E0EF2B4-0742-4D60-AE47-CAF578264F18}" type="presOf" srcId="{8950F8D6-C745-45B1-AF53-BEFB7673CA76}" destId="{22E467E3-3E77-4E11-9242-93B7E0BE66CE}" srcOrd="0" destOrd="2" presId="urn:microsoft.com/office/officeart/2009/3/layout/StepUpProcess#2"/>
    <dgm:cxn modelId="{C49A3471-C55F-4328-B087-A390FAEC53F2}" type="presOf" srcId="{4584A661-6929-43D3-89BC-A9B435356B51}" destId="{22E467E3-3E77-4E11-9242-93B7E0BE66CE}" srcOrd="0" destOrd="3" presId="urn:microsoft.com/office/officeart/2009/3/layout/StepUpProcess#2"/>
    <dgm:cxn modelId="{B331A29A-A104-4B49-AA9B-C5AA0D8121A4}" type="presParOf" srcId="{4C756F1F-ACF2-441A-8990-B474F8F0CF52}" destId="{88824B74-144A-45B0-A690-AC96C0A6CFB1}" srcOrd="2" destOrd="0" presId="urn:microsoft.com/office/officeart/2009/3/layout/StepUpProcess#2"/>
    <dgm:cxn modelId="{D410DD7C-B250-4B4E-BD5A-BC8922EE8445}" type="presParOf" srcId="{580A600C-3269-456C-B82F-0EABCD060C97}" destId="{27F674D0-D81C-4700-8442-50D8FA8296D7}" srcOrd="1" destOrd="0" presId="urn:microsoft.com/office/officeart/2009/3/layout/StepUpProcess#2"/>
    <dgm:cxn modelId="{AED705C5-0404-42B4-8A2B-3547CA17EBC2}" type="presParOf" srcId="{27F674D0-D81C-4700-8442-50D8FA8296D7}" destId="{A1497ADD-18B0-4516-8F12-9369BA61CB63}" srcOrd="0" destOrd="1" presId="urn:microsoft.com/office/officeart/2009/3/layout/StepUpProcess#2"/>
    <dgm:cxn modelId="{7945BCC2-8485-4CF0-8F18-265FC646C5B4}" type="presParOf" srcId="{580A600C-3269-456C-B82F-0EABCD060C97}" destId="{88D0315D-933F-4EB7-B9E4-489C14AD130A}" srcOrd="2" destOrd="0" presId="urn:microsoft.com/office/officeart/2009/3/layout/StepUpProcess#2"/>
    <dgm:cxn modelId="{2F46F9CA-77B2-40E8-868D-E5C724D52263}" type="presParOf" srcId="{88D0315D-933F-4EB7-B9E4-489C14AD130A}" destId="{39782379-72DC-4B19-904A-CE3BEFB50347}" srcOrd="0" destOrd="2" presId="urn:microsoft.com/office/officeart/2009/3/layout/StepUpProcess#2"/>
    <dgm:cxn modelId="{0A15EA87-C708-42DF-8210-7DBCC5FB7B2B}" type="presParOf" srcId="{88D0315D-933F-4EB7-B9E4-489C14AD130A}" destId="{68DBA57E-2E75-42FA-A1C1-369F7013DDBF}" srcOrd="1" destOrd="2" presId="urn:microsoft.com/office/officeart/2009/3/layout/StepUpProcess#2"/>
    <dgm:cxn modelId="{07F45D04-555A-4816-B3CE-E87BD97D40CB}" type="presOf" srcId="{D6189F04-676E-432B-831E-845ECCA51ECD}" destId="{68DBA57E-2E75-42FA-A1C1-369F7013DDBF}" srcOrd="0" destOrd="0" presId="urn:microsoft.com/office/officeart/2009/3/layout/StepUpProcess#2"/>
    <dgm:cxn modelId="{4770844C-ECBD-4035-A2DA-0750DCCC99E1}" type="presOf" srcId="{911C7346-E5BC-4948-B967-ADDC84DC5E56}" destId="{68DBA57E-2E75-42FA-A1C1-369F7013DDBF}" srcOrd="0" destOrd="1" presId="urn:microsoft.com/office/officeart/2009/3/layout/StepUpProcess#2"/>
    <dgm:cxn modelId="{29B76AD3-3915-4328-9634-6F3F87AC041C}" type="presOf" srcId="{A85178CF-1227-4E2A-A92D-DEF4BB10FADB}" destId="{68DBA57E-2E75-42FA-A1C1-369F7013DDBF}" srcOrd="0" destOrd="2" presId="urn:microsoft.com/office/officeart/2009/3/layout/StepUpProcess#2"/>
    <dgm:cxn modelId="{0EA86D9D-D972-458F-A245-308B5C357105}" type="presOf" srcId="{9C4DD8A1-BDA0-4633-A13C-2294B9F7B163}" destId="{68DBA57E-2E75-42FA-A1C1-369F7013DDBF}" srcOrd="0" destOrd="3" presId="urn:microsoft.com/office/officeart/2009/3/layout/StepUpProcess#2"/>
    <dgm:cxn modelId="{3F455DF2-8E00-440D-9362-D13481A605A8}" type="presParOf" srcId="{88D0315D-933F-4EB7-B9E4-489C14AD130A}" destId="{A858622B-8B6D-4DEC-AD4E-26625C383A51}" srcOrd="2" destOrd="2" presId="urn:microsoft.com/office/officeart/2009/3/layout/StepUpProcess#2"/>
    <dgm:cxn modelId="{6525F1F9-7724-46C5-ABBB-7C67417DD0C3}" type="presParOf" srcId="{580A600C-3269-456C-B82F-0EABCD060C97}" destId="{C03E74F5-3C37-42AB-B1AC-6C60492EED61}" srcOrd="3" destOrd="0" presId="urn:microsoft.com/office/officeart/2009/3/layout/StepUpProcess#2"/>
    <dgm:cxn modelId="{3F638FD1-27D1-42E0-AA08-38DDD5087A7D}" type="presParOf" srcId="{C03E74F5-3C37-42AB-B1AC-6C60492EED61}" destId="{6DE84F1C-553D-415A-BC84-77FCC75AFD7C}" srcOrd="0" destOrd="3" presId="urn:microsoft.com/office/officeart/2009/3/layout/StepUpProcess#2"/>
    <dgm:cxn modelId="{BEDE5F09-B2CD-4381-B01C-A1B467E9496E}" type="presParOf" srcId="{580A600C-3269-456C-B82F-0EABCD060C97}" destId="{F201BA93-0E6E-4C3C-B5F3-2FDF4B307239}" srcOrd="4" destOrd="0" presId="urn:microsoft.com/office/officeart/2009/3/layout/StepUpProcess#2"/>
    <dgm:cxn modelId="{9395CEAE-6365-4EEB-B44E-55AECE8E8B10}" type="presParOf" srcId="{F201BA93-0E6E-4C3C-B5F3-2FDF4B307239}" destId="{64AA5029-03A0-496C-83D8-B86F318E012A}" srcOrd="0" destOrd="4" presId="urn:microsoft.com/office/officeart/2009/3/layout/StepUpProcess#2"/>
    <dgm:cxn modelId="{67F77E83-8051-4252-A6C6-39AD4DE1F250}" type="presParOf" srcId="{F201BA93-0E6E-4C3C-B5F3-2FDF4B307239}" destId="{90860BBB-7F7E-44D3-9F07-5F1E8E950A72}" srcOrd="1" destOrd="4" presId="urn:microsoft.com/office/officeart/2009/3/layout/StepUpProcess#2"/>
    <dgm:cxn modelId="{AFA4FCE5-CA71-4467-845B-6DDB3D2FC39C}" type="presOf" srcId="{503D381F-A3A4-4F4C-8C8A-CFA156B222E3}" destId="{90860BBB-7F7E-44D3-9F07-5F1E8E950A72}" srcOrd="0" destOrd="0" presId="urn:microsoft.com/office/officeart/2009/3/layout/StepUpProcess#2"/>
    <dgm:cxn modelId="{620FCA51-BBCE-441D-9DF0-59EA170DE156}" type="presOf" srcId="{B177623F-DCD4-4F56-89D2-99B5158121E4}" destId="{90860BBB-7F7E-44D3-9F07-5F1E8E950A72}" srcOrd="0" destOrd="1" presId="urn:microsoft.com/office/officeart/2009/3/layout/StepUpProcess#2"/>
    <dgm:cxn modelId="{178F2BE6-F23B-4B12-88C4-53C22A13E32E}" type="presOf" srcId="{BDB9C93A-CAB7-459B-8140-C8EE1D016A42}" destId="{90860BBB-7F7E-44D3-9F07-5F1E8E950A72}" srcOrd="0" destOrd="2" presId="urn:microsoft.com/office/officeart/2009/3/layout/StepUpProcess#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96963" cy="6315076"/>
        <a:chOff x="0" y="0"/>
        <a:chExt cx="10996963" cy="6315076"/>
      </a:xfrm>
    </dsp:grpSpPr>
    <dsp:sp modelId="{87811633-825C-4BE2-9311-7BB9D0E14B19}">
      <dsp:nvSpPr>
        <dsp:cNvPr id="3" name="L 形 2"/>
        <dsp:cNvSpPr/>
      </dsp:nvSpPr>
      <dsp:spPr bwMode="white">
        <a:xfrm rot="5400000">
          <a:off x="682992" y="2373193"/>
          <a:ext cx="2057275" cy="3423259"/>
        </a:xfrm>
        <a:prstGeom prst="corner">
          <a:avLst>
            <a:gd name="adj1" fmla="val 16120"/>
            <a:gd name="adj2" fmla="val 16110"/>
          </a:avLst>
        </a:prstGeom>
      </dsp:spPr>
      <dsp:style>
        <a:lnRef idx="2">
          <a:schemeClr val="accent2"/>
        </a:lnRef>
        <a:fillRef idx="1">
          <a:schemeClr val="accent2"/>
        </a:fillRef>
        <a:effectRef idx="0">
          <a:scrgbClr r="0" g="0" b="0"/>
        </a:effectRef>
        <a:fontRef idx="minor">
          <a:schemeClr val="lt1"/>
        </a:fontRef>
      </dsp:style>
      <dsp:txXfrm rot="5400000">
        <a:off x="682992" y="2373193"/>
        <a:ext cx="2057275" cy="3423259"/>
      </dsp:txXfrm>
    </dsp:sp>
    <dsp:sp modelId="{22E467E3-3E77-4E11-9242-93B7E0BE66CE}">
      <dsp:nvSpPr>
        <dsp:cNvPr id="4" name="矩形 3"/>
        <dsp:cNvSpPr/>
      </dsp:nvSpPr>
      <dsp:spPr bwMode="white">
        <a:xfrm>
          <a:off x="339582" y="3376651"/>
          <a:ext cx="3090538" cy="2709037"/>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247650" tIns="247650" rIns="247650" bIns="24765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6500" dirty="0" smtClean="0">
              <a:solidFill>
                <a:schemeClr val="tx1"/>
              </a:solidFill>
            </a:rPr>
            <a:t>2024</a:t>
          </a:r>
          <a:endParaRPr lang="zh-CN" altLang="en-US" sz="6500" dirty="0">
            <a:solidFill>
              <a:schemeClr val="tx1"/>
            </a:solidFill>
          </a:endParaRPr>
        </a:p>
        <a:p>
          <a:pPr marL="171450" lvl="1" indent="-171450">
            <a:lnSpc>
              <a:spcPct val="100000"/>
            </a:lnSpc>
            <a:spcBef>
              <a:spcPct val="0"/>
            </a:spcBef>
            <a:spcAft>
              <a:spcPct val="15000"/>
            </a:spcAft>
            <a:buChar char="•"/>
          </a:pPr>
          <a:r>
            <a:rPr lang="zh-CN" altLang="en-US" sz="1600" dirty="0">
              <a:solidFill>
                <a:schemeClr val="tx1"/>
              </a:solidFill>
            </a:rPr>
            <a:t>核心</a:t>
          </a:r>
          <a:r>
            <a:rPr lang="zh-CN" altLang="en-US" sz="1600" dirty="0">
              <a:solidFill>
                <a:schemeClr val="tx1"/>
              </a:solidFill>
            </a:rPr>
            <a:t>功能</a:t>
          </a:r>
          <a:r>
            <a:rPr lang="zh-CN" altLang="en-US" sz="1600" dirty="0">
              <a:solidFill>
                <a:schemeClr val="tx1"/>
              </a:solidFill>
            </a:rPr>
            <a:t>开发</a:t>
          </a:r>
          <a:endParaRPr lang="zh-CN" altLang="en-US" sz="1600" dirty="0">
            <a:solidFill>
              <a:schemeClr val="tx1"/>
            </a:solidFill>
          </a:endParaRPr>
        </a:p>
        <a:p>
          <a:pPr marL="171450" lvl="1" indent="-171450">
            <a:lnSpc>
              <a:spcPct val="100000"/>
            </a:lnSpc>
            <a:spcBef>
              <a:spcPct val="0"/>
            </a:spcBef>
            <a:spcAft>
              <a:spcPct val="15000"/>
            </a:spcAft>
            <a:buChar char="•"/>
          </a:pPr>
          <a:r>
            <a:rPr lang="zh-CN" altLang="en-US" sz="1600" dirty="0">
              <a:solidFill>
                <a:schemeClr val="tx1"/>
              </a:solidFill>
            </a:rPr>
            <a:t>性能</a:t>
          </a:r>
          <a:r>
            <a:rPr lang="zh-CN" altLang="en-US" sz="1600" dirty="0">
              <a:solidFill>
                <a:schemeClr val="tx1"/>
              </a:solidFill>
            </a:rPr>
            <a:t>测试</a:t>
          </a:r>
          <a:endParaRPr lang="zh-CN" altLang="en-US" sz="1600" dirty="0">
            <a:solidFill>
              <a:schemeClr val="tx1"/>
            </a:solidFill>
          </a:endParaRPr>
        </a:p>
        <a:p>
          <a:pPr marL="171450" lvl="1" indent="-171450">
            <a:lnSpc>
              <a:spcPct val="100000"/>
            </a:lnSpc>
            <a:spcBef>
              <a:spcPct val="0"/>
            </a:spcBef>
            <a:spcAft>
              <a:spcPct val="15000"/>
            </a:spcAft>
            <a:buChar char="•"/>
          </a:pPr>
          <a:r>
            <a:rPr lang="zh-CN" altLang="en-US" sz="1600" dirty="0">
              <a:solidFill>
                <a:schemeClr val="tx1"/>
              </a:solidFill>
            </a:rPr>
            <a:t>社区</a:t>
          </a:r>
          <a:r>
            <a:rPr lang="zh-CN" altLang="en-US" sz="1600" dirty="0">
              <a:solidFill>
                <a:schemeClr val="tx1"/>
              </a:solidFill>
            </a:rPr>
            <a:t>组建</a:t>
          </a:r>
          <a:endParaRPr lang="zh-CN" altLang="en-US" sz="1600" dirty="0">
            <a:solidFill>
              <a:schemeClr val="tx1"/>
            </a:solidFill>
          </a:endParaRPr>
        </a:p>
        <a:p>
          <a:pPr marL="171450" lvl="1" indent="-171450">
            <a:lnSpc>
              <a:spcPct val="100000"/>
            </a:lnSpc>
            <a:spcBef>
              <a:spcPct val="0"/>
            </a:spcBef>
            <a:spcAft>
              <a:spcPct val="15000"/>
            </a:spcAft>
            <a:buChar char="•"/>
          </a:pPr>
          <a:endParaRPr lang="zh-CN" altLang="en-US" sz="1600" dirty="0">
            <a:solidFill>
              <a:schemeClr val="tx1"/>
            </a:solidFill>
          </a:endParaRPr>
        </a:p>
      </dsp:txBody>
      <dsp:txXfrm>
        <a:off x="339582" y="3376651"/>
        <a:ext cx="3090538" cy="2709037"/>
      </dsp:txXfrm>
    </dsp:sp>
    <dsp:sp modelId="{88824B74-144A-45B0-A690-AC96C0A6CFB1}">
      <dsp:nvSpPr>
        <dsp:cNvPr id="5" name="等腰三角形 4"/>
        <dsp:cNvSpPr/>
      </dsp:nvSpPr>
      <dsp:spPr bwMode="white">
        <a:xfrm>
          <a:off x="2846999" y="2101810"/>
          <a:ext cx="583120" cy="583120"/>
        </a:xfrm>
        <a:prstGeom prst="triangle">
          <a:avLst>
            <a:gd name="adj" fmla="val 100000"/>
          </a:avLst>
        </a:prstGeom>
      </dsp:spPr>
      <dsp:style>
        <a:lnRef idx="2">
          <a:schemeClr val="accent3"/>
        </a:lnRef>
        <a:fillRef idx="1">
          <a:schemeClr val="accent3"/>
        </a:fillRef>
        <a:effectRef idx="0">
          <a:scrgbClr r="0" g="0" b="0"/>
        </a:effectRef>
        <a:fontRef idx="minor">
          <a:schemeClr val="lt1"/>
        </a:fontRef>
      </dsp:style>
      <dsp:txXfrm>
        <a:off x="2846999" y="2101810"/>
        <a:ext cx="583120" cy="583120"/>
      </dsp:txXfrm>
    </dsp:sp>
    <dsp:sp modelId="{39782379-72DC-4B19-904A-CE3BEFB50347}">
      <dsp:nvSpPr>
        <dsp:cNvPr id="6" name="L 形 5"/>
        <dsp:cNvSpPr/>
      </dsp:nvSpPr>
      <dsp:spPr bwMode="white">
        <a:xfrm rot="5400000">
          <a:off x="4466414" y="1417623"/>
          <a:ext cx="2057275" cy="3423259"/>
        </a:xfrm>
        <a:prstGeom prst="corner">
          <a:avLst>
            <a:gd name="adj1" fmla="val 16120"/>
            <a:gd name="adj2" fmla="val 16110"/>
          </a:avLst>
        </a:prstGeom>
      </dsp:spPr>
      <dsp:style>
        <a:lnRef idx="2">
          <a:schemeClr val="accent4"/>
        </a:lnRef>
        <a:fillRef idx="1">
          <a:schemeClr val="accent4"/>
        </a:fillRef>
        <a:effectRef idx="0">
          <a:scrgbClr r="0" g="0" b="0"/>
        </a:effectRef>
        <a:fontRef idx="minor">
          <a:schemeClr val="lt1"/>
        </a:fontRef>
      </dsp:style>
      <dsp:txXfrm rot="5400000">
        <a:off x="4466414" y="1417623"/>
        <a:ext cx="2057275" cy="3423259"/>
      </dsp:txXfrm>
    </dsp:sp>
    <dsp:sp modelId="{68DBA57E-2E75-42FA-A1C1-369F7013DDBF}">
      <dsp:nvSpPr>
        <dsp:cNvPr id="7" name="矩形 6"/>
        <dsp:cNvSpPr/>
      </dsp:nvSpPr>
      <dsp:spPr bwMode="white">
        <a:xfrm>
          <a:off x="4123004" y="2440440"/>
          <a:ext cx="3090538" cy="2709037"/>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247650" tIns="247650" rIns="247650" bIns="24765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6500" dirty="0" smtClean="0">
              <a:solidFill>
                <a:schemeClr val="tx1"/>
              </a:solidFill>
            </a:rPr>
            <a:t>2025</a:t>
          </a:r>
          <a:endParaRPr lang="zh-CN" altLang="en-US" sz="6500" dirty="0">
            <a:solidFill>
              <a:schemeClr val="tx1"/>
            </a:solidFill>
          </a:endParaRPr>
        </a:p>
        <a:p>
          <a:pPr marL="171450" lvl="1" indent="-171450">
            <a:lnSpc>
              <a:spcPct val="100000"/>
            </a:lnSpc>
            <a:spcBef>
              <a:spcPct val="0"/>
            </a:spcBef>
            <a:spcAft>
              <a:spcPct val="15000"/>
            </a:spcAft>
            <a:buChar char="•"/>
          </a:pPr>
          <a:r>
            <a:rPr lang="zh-CN" altLang="en-US" sz="1600" dirty="0">
              <a:solidFill>
                <a:schemeClr val="tx1"/>
              </a:solidFill>
            </a:rPr>
            <a:t>项目</a:t>
          </a:r>
          <a:r>
            <a:rPr lang="zh-CN" altLang="en-US" sz="1600" dirty="0">
              <a:solidFill>
                <a:schemeClr val="tx1"/>
              </a:solidFill>
            </a:rPr>
            <a:t>推广</a:t>
          </a:r>
          <a:endParaRPr lang="zh-CN" altLang="en-US" sz="1600" dirty="0">
            <a:solidFill>
              <a:schemeClr val="tx1"/>
            </a:solidFill>
          </a:endParaRPr>
        </a:p>
        <a:p>
          <a:pPr marL="171450" lvl="1" indent="-171450">
            <a:lnSpc>
              <a:spcPct val="100000"/>
            </a:lnSpc>
            <a:spcBef>
              <a:spcPct val="0"/>
            </a:spcBef>
            <a:spcAft>
              <a:spcPct val="15000"/>
            </a:spcAft>
            <a:buChar char="•"/>
          </a:pPr>
          <a:r>
            <a:rPr lang="zh-CN" altLang="en-US" sz="1600" dirty="0">
              <a:solidFill>
                <a:schemeClr val="tx1"/>
              </a:solidFill>
            </a:rPr>
            <a:t>项目</a:t>
          </a:r>
          <a:r>
            <a:rPr lang="zh-CN" altLang="en-US" sz="1600" dirty="0">
              <a:solidFill>
                <a:schemeClr val="tx1"/>
              </a:solidFill>
            </a:rPr>
            <a:t>实操</a:t>
          </a:r>
          <a:r>
            <a:rPr lang="zh-CN" altLang="en-US" sz="1600" dirty="0">
              <a:solidFill>
                <a:schemeClr val="tx1"/>
              </a:solidFill>
            </a:rPr>
            <a:t>落地</a:t>
          </a:r>
          <a:endParaRPr lang="zh-CN" altLang="en-US" sz="1600" dirty="0">
            <a:solidFill>
              <a:schemeClr val="tx1"/>
            </a:solidFill>
          </a:endParaRPr>
        </a:p>
        <a:p>
          <a:pPr marL="171450" lvl="1" indent="-171450">
            <a:lnSpc>
              <a:spcPct val="100000"/>
            </a:lnSpc>
            <a:spcBef>
              <a:spcPct val="0"/>
            </a:spcBef>
            <a:spcAft>
              <a:spcPct val="15000"/>
            </a:spcAft>
            <a:buChar char="•"/>
          </a:pPr>
          <a:r>
            <a:rPr lang="en-US" altLang="zh-CN" sz="1600" dirty="0">
              <a:solidFill>
                <a:schemeClr val="tx1"/>
              </a:solidFill>
            </a:rPr>
            <a:t>SAAS</a:t>
          </a:r>
          <a:r>
            <a:rPr lang="zh-CN" altLang="en-US" sz="1600" dirty="0">
              <a:solidFill>
                <a:schemeClr val="tx1"/>
              </a:solidFill>
            </a:rPr>
            <a:t>版本</a:t>
          </a:r>
          <a:r>
            <a:rPr lang="zh-CN" altLang="en-US" sz="1600" dirty="0">
              <a:solidFill>
                <a:schemeClr val="tx1"/>
              </a:solidFill>
            </a:rPr>
            <a:t>开发</a:t>
          </a:r>
          <a:endParaRPr lang="zh-CN" altLang="en-US" sz="1600" dirty="0">
            <a:solidFill>
              <a:schemeClr val="tx1"/>
            </a:solidFill>
          </a:endParaRPr>
        </a:p>
        <a:p>
          <a:pPr marL="171450" lvl="1" indent="-171450">
            <a:lnSpc>
              <a:spcPct val="100000"/>
            </a:lnSpc>
            <a:spcBef>
              <a:spcPct val="0"/>
            </a:spcBef>
            <a:spcAft>
              <a:spcPct val="15000"/>
            </a:spcAft>
            <a:buChar char="•"/>
          </a:pPr>
          <a:endParaRPr lang="zh-CN" altLang="en-US" sz="1600" dirty="0">
            <a:solidFill>
              <a:schemeClr val="tx1"/>
            </a:solidFill>
          </a:endParaRPr>
        </a:p>
      </dsp:txBody>
      <dsp:txXfrm>
        <a:off x="4123004" y="2440440"/>
        <a:ext cx="3090538" cy="2709037"/>
      </dsp:txXfrm>
    </dsp:sp>
    <dsp:sp modelId="{A858622B-8B6D-4DEC-AD4E-26625C383A51}">
      <dsp:nvSpPr>
        <dsp:cNvPr id="8" name="等腰三角形 7"/>
        <dsp:cNvSpPr/>
      </dsp:nvSpPr>
      <dsp:spPr bwMode="white">
        <a:xfrm>
          <a:off x="6630421" y="1165599"/>
          <a:ext cx="583120" cy="583120"/>
        </a:xfrm>
        <a:prstGeom prst="triangle">
          <a:avLst>
            <a:gd name="adj" fmla="val 100000"/>
          </a:avLst>
        </a:prstGeom>
      </dsp:spPr>
      <dsp:style>
        <a:lnRef idx="2">
          <a:schemeClr val="accent5"/>
        </a:lnRef>
        <a:fillRef idx="1">
          <a:schemeClr val="accent5"/>
        </a:fillRef>
        <a:effectRef idx="0">
          <a:scrgbClr r="0" g="0" b="0"/>
        </a:effectRef>
        <a:fontRef idx="minor">
          <a:schemeClr val="lt1"/>
        </a:fontRef>
      </dsp:style>
      <dsp:txXfrm>
        <a:off x="6630421" y="1165599"/>
        <a:ext cx="583120" cy="583120"/>
      </dsp:txXfrm>
    </dsp:sp>
    <dsp:sp modelId="{64AA5029-03A0-496C-83D8-B86F318E012A}">
      <dsp:nvSpPr>
        <dsp:cNvPr id="9" name="L 形 8"/>
        <dsp:cNvSpPr/>
      </dsp:nvSpPr>
      <dsp:spPr bwMode="white">
        <a:xfrm rot="5400000">
          <a:off x="8249836" y="481411"/>
          <a:ext cx="2057275" cy="3423259"/>
        </a:xfrm>
        <a:prstGeom prst="corner">
          <a:avLst>
            <a:gd name="adj1" fmla="val 16120"/>
            <a:gd name="adj2" fmla="val 16110"/>
          </a:avLst>
        </a:prstGeom>
      </dsp:spPr>
      <dsp:style>
        <a:lnRef idx="2">
          <a:schemeClr val="accent6"/>
        </a:lnRef>
        <a:fillRef idx="1">
          <a:schemeClr val="accent6"/>
        </a:fillRef>
        <a:effectRef idx="0">
          <a:scrgbClr r="0" g="0" b="0"/>
        </a:effectRef>
        <a:fontRef idx="minor">
          <a:schemeClr val="lt1"/>
        </a:fontRef>
      </dsp:style>
      <dsp:txXfrm rot="5400000">
        <a:off x="8249836" y="481411"/>
        <a:ext cx="2057275" cy="3423259"/>
      </dsp:txXfrm>
    </dsp:sp>
    <dsp:sp modelId="{90860BBB-7F7E-44D3-9F07-5F1E8E950A72}">
      <dsp:nvSpPr>
        <dsp:cNvPr id="10" name="矩形 9"/>
        <dsp:cNvSpPr/>
      </dsp:nvSpPr>
      <dsp:spPr bwMode="white">
        <a:xfrm>
          <a:off x="7906425" y="1504228"/>
          <a:ext cx="3090538" cy="2709037"/>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247650" tIns="247650" rIns="247650" bIns="24765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6500" dirty="0" smtClean="0">
              <a:solidFill>
                <a:schemeClr val="tx1"/>
              </a:solidFill>
            </a:rPr>
            <a:t>2026</a:t>
          </a:r>
          <a:endParaRPr lang="zh-CN" altLang="en-US" sz="6500" dirty="0">
            <a:solidFill>
              <a:schemeClr val="tx1"/>
            </a:solidFill>
          </a:endParaRPr>
        </a:p>
        <a:p>
          <a:pPr marL="171450" lvl="1" indent="-171450">
            <a:lnSpc>
              <a:spcPct val="100000"/>
            </a:lnSpc>
            <a:spcBef>
              <a:spcPct val="0"/>
            </a:spcBef>
            <a:spcAft>
              <a:spcPct val="15000"/>
            </a:spcAft>
            <a:buChar char="•"/>
          </a:pPr>
          <a:r>
            <a:rPr lang="zh-CN" altLang="en-US" sz="1600" dirty="0" smtClean="0">
              <a:solidFill>
                <a:schemeClr val="tx1"/>
              </a:solidFill>
            </a:rPr>
            <a:t>云服务</a:t>
          </a:r>
          <a:endParaRPr lang="en-US" altLang="zh-CN" sz="1600" dirty="0" smtClean="0">
            <a:solidFill>
              <a:schemeClr val="tx1"/>
            </a:solidFill>
          </a:endParaRPr>
        </a:p>
        <a:p>
          <a:pPr marL="171450" lvl="1" indent="-171450">
            <a:lnSpc>
              <a:spcPct val="100000"/>
            </a:lnSpc>
            <a:spcBef>
              <a:spcPct val="0"/>
            </a:spcBef>
            <a:spcAft>
              <a:spcPct val="15000"/>
            </a:spcAft>
          </a:pPr>
          <a:endParaRPr lang="zh-CN" altLang="en-US" sz="1600" dirty="0">
            <a:solidFill>
              <a:schemeClr val="tx1"/>
            </a:solidFill>
          </a:endParaRPr>
        </a:p>
      </dsp:txBody>
      <dsp:txXfrm>
        <a:off x="7906425" y="1504228"/>
        <a:ext cx="3090538" cy="2709037"/>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96963" cy="4827301"/>
        <a:chOff x="0" y="0"/>
        <a:chExt cx="10996963" cy="4827301"/>
      </a:xfrm>
    </dsp:grpSpPr>
    <dsp:sp modelId="{87811633-825C-4BE2-9311-7BB9D0E14B19}">
      <dsp:nvSpPr>
        <dsp:cNvPr id="3" name="L 形 2"/>
        <dsp:cNvSpPr/>
      </dsp:nvSpPr>
      <dsp:spPr bwMode="white">
        <a:xfrm rot="5400000">
          <a:off x="1529113" y="1751164"/>
          <a:ext cx="1695795" cy="2821764"/>
        </a:xfrm>
        <a:prstGeom prst="corner">
          <a:avLst>
            <a:gd name="adj1" fmla="val 16120"/>
            <a:gd name="adj2" fmla="val 16110"/>
          </a:avLst>
        </a:prstGeom>
      </dsp:spPr>
      <dsp:style>
        <a:lnRef idx="2">
          <a:schemeClr val="accent2"/>
        </a:lnRef>
        <a:fillRef idx="1">
          <a:schemeClr val="accent2"/>
        </a:fillRef>
        <a:effectRef idx="0">
          <a:scrgbClr r="0" g="0" b="0"/>
        </a:effectRef>
        <a:fontRef idx="minor">
          <a:schemeClr val="lt1"/>
        </a:fontRef>
      </dsp:style>
      <dsp:txXfrm rot="5400000">
        <a:off x="1529113" y="1751164"/>
        <a:ext cx="1695795" cy="2821764"/>
      </dsp:txXfrm>
    </dsp:sp>
    <dsp:sp modelId="{22E467E3-3E77-4E11-9242-93B7E0BE66CE}">
      <dsp:nvSpPr>
        <dsp:cNvPr id="4" name="矩形 3"/>
        <dsp:cNvSpPr/>
      </dsp:nvSpPr>
      <dsp:spPr bwMode="white">
        <a:xfrm>
          <a:off x="1246043" y="2594264"/>
          <a:ext cx="2547505" cy="2233037"/>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247650" tIns="247650" rIns="247650" bIns="24765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6500" dirty="0" smtClean="0">
              <a:solidFill>
                <a:schemeClr val="tx1"/>
              </a:solidFill>
            </a:rPr>
            <a:t>2024</a:t>
          </a:r>
          <a:endParaRPr lang="zh-CN" altLang="en-US" sz="6500" dirty="0">
            <a:solidFill>
              <a:schemeClr val="tx1"/>
            </a:solidFill>
          </a:endParaRPr>
        </a:p>
        <a:p>
          <a:pPr marL="171450" lvl="1" indent="-171450">
            <a:lnSpc>
              <a:spcPct val="100000"/>
            </a:lnSpc>
            <a:spcBef>
              <a:spcPct val="0"/>
            </a:spcBef>
            <a:spcAft>
              <a:spcPct val="15000"/>
            </a:spcAft>
            <a:buChar char="•"/>
          </a:pPr>
          <a:r>
            <a:rPr lang="zh-CN" altLang="en-US" sz="1600" dirty="0">
              <a:solidFill>
                <a:schemeClr val="tx1"/>
              </a:solidFill>
            </a:rPr>
            <a:t>社区</a:t>
          </a:r>
          <a:r>
            <a:rPr lang="zh-CN" altLang="en-US" sz="1600" dirty="0">
              <a:solidFill>
                <a:schemeClr val="tx1"/>
              </a:solidFill>
            </a:rPr>
            <a:t>核心</a:t>
          </a:r>
          <a:r>
            <a:rPr lang="zh-CN" altLang="en-US" sz="1600" dirty="0">
              <a:solidFill>
                <a:schemeClr val="tx1"/>
              </a:solidFill>
            </a:rPr>
            <a:t>人员</a:t>
          </a:r>
          <a:r>
            <a:rPr lang="zh-CN" altLang="en-US" sz="1600" dirty="0">
              <a:solidFill>
                <a:schemeClr val="tx1"/>
              </a:solidFill>
            </a:rPr>
            <a:t>确认</a:t>
          </a:r>
          <a:endParaRPr lang="en-US" altLang="zh-CN" sz="1600" dirty="0">
            <a:solidFill>
              <a:schemeClr val="tx1"/>
            </a:solidFill>
          </a:endParaRPr>
        </a:p>
        <a:p>
          <a:pPr marL="171450" lvl="1" indent="-171450">
            <a:lnSpc>
              <a:spcPct val="100000"/>
            </a:lnSpc>
            <a:spcBef>
              <a:spcPct val="0"/>
            </a:spcBef>
            <a:spcAft>
              <a:spcPct val="15000"/>
            </a:spcAft>
            <a:buChar char="•"/>
          </a:pPr>
          <a:r>
            <a:rPr lang="en-US" altLang="zh-CN" sz="1600" dirty="0">
              <a:solidFill>
                <a:schemeClr val="tx1"/>
              </a:solidFill>
            </a:rPr>
            <a:t>React </a:t>
          </a:r>
          <a:r>
            <a:rPr lang="zh-CN" altLang="en-US" sz="1600" dirty="0">
              <a:solidFill>
                <a:schemeClr val="tx1"/>
              </a:solidFill>
            </a:rPr>
            <a:t>管理</a:t>
          </a:r>
          <a:r>
            <a:rPr lang="zh-CN" altLang="en-US" sz="1600" dirty="0">
              <a:solidFill>
                <a:schemeClr val="tx1"/>
              </a:solidFill>
            </a:rPr>
            <a:t>端</a:t>
          </a:r>
          <a:endParaRPr lang="zh-CN" altLang="en-US" sz="1600" dirty="0">
            <a:solidFill>
              <a:schemeClr val="tx1"/>
            </a:solidFill>
          </a:endParaRPr>
        </a:p>
        <a:p>
          <a:pPr marL="171450" lvl="1" indent="-171450">
            <a:lnSpc>
              <a:spcPct val="100000"/>
            </a:lnSpc>
            <a:spcBef>
              <a:spcPct val="0"/>
            </a:spcBef>
            <a:spcAft>
              <a:spcPct val="15000"/>
            </a:spcAft>
            <a:buChar char="•"/>
          </a:pPr>
          <a:r>
            <a:rPr lang="zh-CN" altLang="en-US" sz="1600" dirty="0">
              <a:solidFill>
                <a:schemeClr val="tx1"/>
              </a:solidFill>
            </a:rPr>
            <a:t>开发</a:t>
          </a:r>
          <a:r>
            <a:rPr lang="zh-CN" altLang="en-US" sz="1600" dirty="0">
              <a:solidFill>
                <a:schemeClr val="tx1"/>
              </a:solidFill>
            </a:rPr>
            <a:t>手册</a:t>
          </a:r>
          <a:endParaRPr lang="zh-CN" altLang="en-US" sz="1600" dirty="0">
            <a:solidFill>
              <a:schemeClr val="tx1"/>
            </a:solidFill>
          </a:endParaRPr>
        </a:p>
      </dsp:txBody>
      <dsp:txXfrm>
        <a:off x="1246043" y="2594264"/>
        <a:ext cx="2547505" cy="2233037"/>
      </dsp:txXfrm>
    </dsp:sp>
    <dsp:sp modelId="{88824B74-144A-45B0-A690-AC96C0A6CFB1}">
      <dsp:nvSpPr>
        <dsp:cNvPr id="5" name="等腰三角形 4"/>
        <dsp:cNvSpPr/>
      </dsp:nvSpPr>
      <dsp:spPr bwMode="white">
        <a:xfrm>
          <a:off x="3312886" y="1543423"/>
          <a:ext cx="480661" cy="480661"/>
        </a:xfrm>
        <a:prstGeom prst="triangle">
          <a:avLst>
            <a:gd name="adj" fmla="val 100000"/>
          </a:avLst>
        </a:prstGeom>
      </dsp:spPr>
      <dsp:style>
        <a:lnRef idx="2">
          <a:schemeClr val="accent3"/>
        </a:lnRef>
        <a:fillRef idx="1">
          <a:schemeClr val="accent3"/>
        </a:fillRef>
        <a:effectRef idx="0">
          <a:scrgbClr r="0" g="0" b="0"/>
        </a:effectRef>
        <a:fontRef idx="minor">
          <a:schemeClr val="lt1"/>
        </a:fontRef>
      </dsp:style>
      <dsp:txXfrm>
        <a:off x="3312886" y="1543423"/>
        <a:ext cx="480661" cy="480661"/>
      </dsp:txXfrm>
    </dsp:sp>
    <dsp:sp modelId="{39782379-72DC-4B19-904A-CE3BEFB50347}">
      <dsp:nvSpPr>
        <dsp:cNvPr id="6" name="L 形 5"/>
        <dsp:cNvSpPr/>
      </dsp:nvSpPr>
      <dsp:spPr bwMode="white">
        <a:xfrm rot="5400000">
          <a:off x="4647757" y="979453"/>
          <a:ext cx="1695795" cy="2821764"/>
        </a:xfrm>
        <a:prstGeom prst="corner">
          <a:avLst>
            <a:gd name="adj1" fmla="val 16120"/>
            <a:gd name="adj2" fmla="val 16110"/>
          </a:avLst>
        </a:prstGeom>
      </dsp:spPr>
      <dsp:style>
        <a:lnRef idx="2">
          <a:schemeClr val="accent4"/>
        </a:lnRef>
        <a:fillRef idx="1">
          <a:schemeClr val="accent4"/>
        </a:fillRef>
        <a:effectRef idx="0">
          <a:scrgbClr r="0" g="0" b="0"/>
        </a:effectRef>
        <a:fontRef idx="minor">
          <a:schemeClr val="lt1"/>
        </a:fontRef>
      </dsp:style>
      <dsp:txXfrm rot="5400000">
        <a:off x="4647757" y="979453"/>
        <a:ext cx="1695795" cy="2821764"/>
      </dsp:txXfrm>
    </dsp:sp>
    <dsp:sp modelId="{68DBA57E-2E75-42FA-A1C1-369F7013DDBF}">
      <dsp:nvSpPr>
        <dsp:cNvPr id="7" name="矩形 6"/>
        <dsp:cNvSpPr/>
      </dsp:nvSpPr>
      <dsp:spPr bwMode="white">
        <a:xfrm>
          <a:off x="4364686" y="1822552"/>
          <a:ext cx="2547505" cy="2233037"/>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247650" tIns="247650" rIns="247650" bIns="24765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6500" dirty="0" smtClean="0">
              <a:solidFill>
                <a:schemeClr val="tx1"/>
              </a:solidFill>
            </a:rPr>
            <a:t>2025</a:t>
          </a:r>
          <a:endParaRPr lang="zh-CN" altLang="en-US" sz="6500" dirty="0">
            <a:solidFill>
              <a:schemeClr val="tx1"/>
            </a:solidFill>
          </a:endParaRPr>
        </a:p>
        <a:p>
          <a:pPr marL="171450" lvl="1" indent="-171450">
            <a:lnSpc>
              <a:spcPct val="100000"/>
            </a:lnSpc>
            <a:spcBef>
              <a:spcPct val="0"/>
            </a:spcBef>
            <a:spcAft>
              <a:spcPct val="15000"/>
            </a:spcAft>
            <a:buChar char="•"/>
          </a:pPr>
          <a:r>
            <a:rPr lang="en-US" altLang="zh-CN" sz="1600" dirty="0">
              <a:solidFill>
                <a:schemeClr val="tx1"/>
              </a:solidFill>
            </a:rPr>
            <a:t>Go IoT</a:t>
          </a:r>
          <a:r>
            <a:rPr lang="zh-CN" altLang="en-US" sz="1600" dirty="0">
              <a:solidFill>
                <a:schemeClr val="tx1"/>
              </a:solidFill>
            </a:rPr>
            <a:t>开发</a:t>
          </a:r>
          <a:r>
            <a:rPr lang="zh-CN" altLang="en-US" sz="1600" dirty="0">
              <a:solidFill>
                <a:schemeClr val="tx1"/>
              </a:solidFill>
            </a:rPr>
            <a:t>平台</a:t>
          </a:r>
          <a:r>
            <a:rPr lang="zh-CN" altLang="en-US" sz="1600" dirty="0">
              <a:solidFill>
                <a:schemeClr val="tx1"/>
              </a:solidFill>
            </a:rPr>
            <a:t>书籍</a:t>
          </a:r>
          <a:endParaRPr lang="zh-CN" altLang="en-US" sz="1600" dirty="0">
            <a:solidFill>
              <a:schemeClr val="tx1"/>
            </a:solidFill>
          </a:endParaRPr>
        </a:p>
        <a:p>
          <a:pPr marL="171450" lvl="1" indent="-171450">
            <a:lnSpc>
              <a:spcPct val="100000"/>
            </a:lnSpc>
            <a:spcBef>
              <a:spcPct val="0"/>
            </a:spcBef>
            <a:spcAft>
              <a:spcPct val="15000"/>
            </a:spcAft>
            <a:buChar char="•"/>
          </a:pPr>
          <a:r>
            <a:rPr lang="zh-CN" altLang="en-US" sz="1600" dirty="0">
              <a:solidFill>
                <a:schemeClr val="tx1"/>
              </a:solidFill>
            </a:rPr>
            <a:t>参与</a:t>
          </a:r>
          <a:r>
            <a:rPr lang="zh-CN" altLang="en-US" sz="1600" dirty="0">
              <a:solidFill>
                <a:schemeClr val="tx1"/>
              </a:solidFill>
            </a:rPr>
            <a:t>线下</a:t>
          </a:r>
          <a:r>
            <a:rPr lang="zh-CN" altLang="en-US" sz="1600" dirty="0">
              <a:solidFill>
                <a:schemeClr val="tx1"/>
              </a:solidFill>
            </a:rPr>
            <a:t>开源</a:t>
          </a:r>
          <a:r>
            <a:rPr lang="zh-CN" altLang="en-US" sz="1600" dirty="0">
              <a:solidFill>
                <a:schemeClr val="tx1"/>
              </a:solidFill>
            </a:rPr>
            <a:t>活动</a:t>
          </a:r>
          <a:endParaRPr lang="zh-CN" altLang="en-US" sz="1600" dirty="0">
            <a:solidFill>
              <a:schemeClr val="tx1"/>
            </a:solidFill>
          </a:endParaRPr>
        </a:p>
        <a:p>
          <a:pPr marL="171450" lvl="1" indent="-171450">
            <a:lnSpc>
              <a:spcPct val="100000"/>
            </a:lnSpc>
            <a:spcBef>
              <a:spcPct val="0"/>
            </a:spcBef>
            <a:spcAft>
              <a:spcPct val="15000"/>
            </a:spcAft>
            <a:buChar char="•"/>
          </a:pPr>
          <a:r>
            <a:rPr lang="en-US" altLang="zh-CN" sz="1600" dirty="0">
              <a:solidFill>
                <a:schemeClr val="tx1"/>
              </a:solidFill>
            </a:rPr>
            <a:t>GVP</a:t>
          </a:r>
          <a:r>
            <a:rPr lang="zh-CN" altLang="en-US" sz="1600" dirty="0">
              <a:solidFill>
                <a:schemeClr val="tx1"/>
              </a:solidFill>
            </a:rPr>
            <a:t>等</a:t>
          </a:r>
          <a:r>
            <a:rPr lang="zh-CN" altLang="en-US" sz="1600" dirty="0">
              <a:solidFill>
                <a:schemeClr val="tx1"/>
              </a:solidFill>
            </a:rPr>
            <a:t>国内</a:t>
          </a:r>
          <a:r>
            <a:rPr lang="zh-CN" altLang="en-US" sz="1600" dirty="0">
              <a:solidFill>
                <a:schemeClr val="tx1"/>
              </a:solidFill>
            </a:rPr>
            <a:t>奖项</a:t>
          </a:r>
          <a:r>
            <a:rPr lang="zh-CN" altLang="en-US" sz="1600" dirty="0">
              <a:solidFill>
                <a:schemeClr val="tx1"/>
              </a:solidFill>
            </a:rPr>
            <a:t>参与</a:t>
          </a:r>
          <a:endParaRPr lang="zh-CN" altLang="en-US" sz="1600" dirty="0">
            <a:solidFill>
              <a:schemeClr val="tx1"/>
            </a:solidFill>
          </a:endParaRPr>
        </a:p>
      </dsp:txBody>
      <dsp:txXfrm>
        <a:off x="4364686" y="1822552"/>
        <a:ext cx="2547505" cy="2233037"/>
      </dsp:txXfrm>
    </dsp:sp>
    <dsp:sp modelId="{A858622B-8B6D-4DEC-AD4E-26625C383A51}">
      <dsp:nvSpPr>
        <dsp:cNvPr id="8" name="等腰三角形 7"/>
        <dsp:cNvSpPr/>
      </dsp:nvSpPr>
      <dsp:spPr bwMode="white">
        <a:xfrm>
          <a:off x="6431530" y="771711"/>
          <a:ext cx="480661" cy="480661"/>
        </a:xfrm>
        <a:prstGeom prst="triangle">
          <a:avLst>
            <a:gd name="adj" fmla="val 100000"/>
          </a:avLst>
        </a:prstGeom>
      </dsp:spPr>
      <dsp:style>
        <a:lnRef idx="2">
          <a:schemeClr val="accent5"/>
        </a:lnRef>
        <a:fillRef idx="1">
          <a:schemeClr val="accent5"/>
        </a:fillRef>
        <a:effectRef idx="0">
          <a:scrgbClr r="0" g="0" b="0"/>
        </a:effectRef>
        <a:fontRef idx="minor">
          <a:schemeClr val="lt1"/>
        </a:fontRef>
      </dsp:style>
      <dsp:txXfrm>
        <a:off x="6431530" y="771711"/>
        <a:ext cx="480661" cy="480661"/>
      </dsp:txXfrm>
    </dsp:sp>
    <dsp:sp modelId="{64AA5029-03A0-496C-83D8-B86F318E012A}">
      <dsp:nvSpPr>
        <dsp:cNvPr id="9" name="L 形 8"/>
        <dsp:cNvSpPr/>
      </dsp:nvSpPr>
      <dsp:spPr bwMode="white">
        <a:xfrm rot="5400000">
          <a:off x="7766400" y="207741"/>
          <a:ext cx="1695795" cy="2821764"/>
        </a:xfrm>
        <a:prstGeom prst="corner">
          <a:avLst>
            <a:gd name="adj1" fmla="val 16120"/>
            <a:gd name="adj2" fmla="val 16110"/>
          </a:avLst>
        </a:prstGeom>
      </dsp:spPr>
      <dsp:style>
        <a:lnRef idx="2">
          <a:schemeClr val="accent6"/>
        </a:lnRef>
        <a:fillRef idx="1">
          <a:schemeClr val="accent6"/>
        </a:fillRef>
        <a:effectRef idx="0">
          <a:scrgbClr r="0" g="0" b="0"/>
        </a:effectRef>
        <a:fontRef idx="minor">
          <a:schemeClr val="lt1"/>
        </a:fontRef>
      </dsp:style>
      <dsp:txXfrm rot="5400000">
        <a:off x="7766400" y="207741"/>
        <a:ext cx="1695795" cy="2821764"/>
      </dsp:txXfrm>
    </dsp:sp>
    <dsp:sp modelId="{90860BBB-7F7E-44D3-9F07-5F1E8E950A72}">
      <dsp:nvSpPr>
        <dsp:cNvPr id="10" name="矩形 9"/>
        <dsp:cNvSpPr/>
      </dsp:nvSpPr>
      <dsp:spPr bwMode="white">
        <a:xfrm>
          <a:off x="7483330" y="1050841"/>
          <a:ext cx="2547505" cy="2233037"/>
        </a:xfrm>
        <a:prstGeom prst="rect">
          <a:avLst/>
        </a:prstGeom>
      </dsp:spPr>
      <dsp:style>
        <a:lnRef idx="0">
          <a:schemeClr val="dk1">
            <a:alpha val="0"/>
          </a:schemeClr>
        </a:lnRef>
        <a:fillRef idx="0">
          <a:schemeClr val="lt1">
            <a:alpha val="0"/>
          </a:schemeClr>
        </a:fillRef>
        <a:effectRef idx="0">
          <a:scrgbClr r="0" g="0" b="0"/>
        </a:effectRef>
        <a:fontRef idx="minor"/>
      </dsp:style>
      <dsp:txBody>
        <a:bodyPr vert="horz" wrap="square" lIns="247650" tIns="247650" rIns="247650" bIns="247650" anchor="t"/>
        <a:lstStyle>
          <a:lvl1pPr algn="l">
            <a:defRPr sz="6500"/>
          </a:lvl1pPr>
          <a:lvl2pPr marL="285750" indent="-285750" algn="l">
            <a:defRPr sz="5000"/>
          </a:lvl2pPr>
          <a:lvl3pPr marL="571500" indent="-285750" algn="l">
            <a:defRPr sz="5000"/>
          </a:lvl3pPr>
          <a:lvl4pPr marL="857250" indent="-285750" algn="l">
            <a:defRPr sz="5000"/>
          </a:lvl4pPr>
          <a:lvl5pPr marL="1143000" indent="-285750" algn="l">
            <a:defRPr sz="5000"/>
          </a:lvl5pPr>
          <a:lvl6pPr marL="1428750" indent="-285750" algn="l">
            <a:defRPr sz="5000"/>
          </a:lvl6pPr>
          <a:lvl7pPr marL="1714500" indent="-285750" algn="l">
            <a:defRPr sz="5000"/>
          </a:lvl7pPr>
          <a:lvl8pPr marL="2000250" indent="-285750" algn="l">
            <a:defRPr sz="5000"/>
          </a:lvl8pPr>
          <a:lvl9pPr marL="2286000" indent="-285750" algn="l">
            <a:defRPr sz="5000"/>
          </a:lvl9pPr>
        </a:lstStyle>
        <a:p>
          <a:pPr lvl="0">
            <a:lnSpc>
              <a:spcPct val="100000"/>
            </a:lnSpc>
            <a:spcBef>
              <a:spcPct val="0"/>
            </a:spcBef>
            <a:spcAft>
              <a:spcPct val="35000"/>
            </a:spcAft>
          </a:pPr>
          <a:r>
            <a:rPr lang="en-US" altLang="zh-CN" sz="6500" dirty="0" smtClean="0">
              <a:solidFill>
                <a:schemeClr val="tx1"/>
              </a:solidFill>
            </a:rPr>
            <a:t>2026</a:t>
          </a:r>
          <a:endParaRPr lang="zh-CN" altLang="en-US" sz="6500" dirty="0">
            <a:solidFill>
              <a:schemeClr val="tx1"/>
            </a:solidFill>
          </a:endParaRPr>
        </a:p>
        <a:p>
          <a:pPr marL="171450" lvl="1" indent="-171450">
            <a:lnSpc>
              <a:spcPct val="100000"/>
            </a:lnSpc>
            <a:spcBef>
              <a:spcPct val="0"/>
            </a:spcBef>
            <a:spcAft>
              <a:spcPct val="15000"/>
            </a:spcAft>
            <a:buChar char="•"/>
          </a:pPr>
          <a:r>
            <a:rPr lang="zh-CN" altLang="en-US" sz="1600" dirty="0" smtClean="0">
              <a:solidFill>
                <a:schemeClr val="tx1"/>
              </a:solidFill>
            </a:rPr>
            <a:t>社区</a:t>
          </a:r>
          <a:r>
            <a:rPr lang="zh-CN" altLang="en-US" sz="1600" dirty="0" smtClean="0">
              <a:solidFill>
                <a:schemeClr val="tx1"/>
              </a:solidFill>
            </a:rPr>
            <a:t>活动</a:t>
          </a:r>
          <a:r>
            <a:rPr lang="zh-CN" altLang="en-US" sz="1600" dirty="0" smtClean="0">
              <a:solidFill>
                <a:schemeClr val="tx1"/>
              </a:solidFill>
            </a:rPr>
            <a:t>开展</a:t>
          </a:r>
          <a:endParaRPr lang="zh-CN" altLang="en-US" sz="1600" dirty="0" smtClean="0">
            <a:solidFill>
              <a:schemeClr val="tx1"/>
            </a:solidFill>
          </a:endParaRPr>
        </a:p>
        <a:p>
          <a:pPr marL="171450" lvl="1" indent="-171450">
            <a:lnSpc>
              <a:spcPct val="100000"/>
            </a:lnSpc>
            <a:spcBef>
              <a:spcPct val="0"/>
            </a:spcBef>
            <a:spcAft>
              <a:spcPct val="15000"/>
            </a:spcAft>
            <a:buChar char="•"/>
          </a:pPr>
          <a:r>
            <a:rPr lang="zh-CN" altLang="en-US" sz="1600" dirty="0" smtClean="0">
              <a:solidFill>
                <a:schemeClr val="tx1"/>
              </a:solidFill>
            </a:rPr>
            <a:t>社区人员</a:t>
          </a:r>
          <a:r>
            <a:rPr lang="zh-CN" altLang="en-US" sz="1600" dirty="0" smtClean="0">
              <a:solidFill>
                <a:schemeClr val="tx1"/>
              </a:solidFill>
            </a:rPr>
            <a:t>扩张</a:t>
          </a:r>
          <a:endParaRPr lang="en-US" altLang="zh-CN" sz="1600" dirty="0" smtClean="0">
            <a:solidFill>
              <a:schemeClr val="tx1"/>
            </a:solidFill>
          </a:endParaRPr>
        </a:p>
        <a:p>
          <a:pPr marL="171450" lvl="1" indent="-171450">
            <a:lnSpc>
              <a:spcPct val="100000"/>
            </a:lnSpc>
            <a:spcBef>
              <a:spcPct val="0"/>
            </a:spcBef>
            <a:spcAft>
              <a:spcPct val="15000"/>
            </a:spcAft>
          </a:pPr>
          <a:endParaRPr lang="zh-CN" altLang="en-US" sz="1600" dirty="0">
            <a:solidFill>
              <a:schemeClr val="tx1"/>
            </a:solidFill>
          </a:endParaRPr>
        </a:p>
      </dsp:txBody>
      <dsp:txXfrm>
        <a:off x="7483330" y="1050841"/>
        <a:ext cx="2547505" cy="2233037"/>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1">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bL"/>
          <dgm:param type="flowDir" val="row"/>
        </dgm:alg>
      </dgm:if>
      <dgm:else name="Name2">
        <dgm:alg type="snake">
          <dgm:param type="bkpt" val="fixed"/>
          <dgm:param type="bkPtFixedVal" val="1"/>
          <dgm:param type="off" val="off"/>
          <dgm:param type="grDir" val="bR"/>
          <dgm:param type="flowDir" val="row"/>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type="corner" r:blip="" rot="90">
                <dgm:adjLst>
                  <dgm:adj idx="1" val="0.1612"/>
                  <dgm:adj idx="2" val="0.1611"/>
                </dgm:adjLst>
              </dgm:shape>
            </dgm:if>
            <dgm:else name="Name8">
              <dgm:shape xmlns:r="http://schemas.openxmlformats.org/officeDocument/2006/relationships" type="corner" r:blip="" rot="180">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type="triangle" r:blip="" rot="90">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2">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rSet qsTypeId="urn:microsoft.com/office/officeart/2005/8/quickstyle/simple5"/>
        </dgm:pt>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bkpt" val="fixed"/>
          <dgm:param type="bkPtFixedVal" val="1"/>
          <dgm:param type="off" val="off"/>
          <dgm:param type="grDir" val="bL"/>
          <dgm:param type="flowDir" val="row"/>
        </dgm:alg>
      </dgm:if>
      <dgm:else name="Name2">
        <dgm:alg type="snake">
          <dgm:param type="bkpt" val="fixed"/>
          <dgm:param type="bkPtFixedVal" val="1"/>
          <dgm:param type="off" val="off"/>
          <dgm:param type="grDir" val="bR"/>
          <dgm:param type="flowDir" val="row"/>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type="corner" r:blip="" rot="90">
                <dgm:adjLst>
                  <dgm:adj idx="1" val="0.1612"/>
                  <dgm:adj idx="2" val="0.1611"/>
                </dgm:adjLst>
              </dgm:shape>
            </dgm:if>
            <dgm:else name="Name8">
              <dgm:shape xmlns:r="http://schemas.openxmlformats.org/officeDocument/2006/relationships" type="corner" r:blip="" rot="180">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type="triangle" r:blip="" rot="90">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34E740C1-1781-4D86-939D-5DB49136DFC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228600" y="565951"/>
            <a:ext cx="6443216" cy="3624309"/>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228600" y="4365040"/>
            <a:ext cx="6443216" cy="3997725"/>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FE1820-CF1F-4B94-ABA4-85F1219260D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566738"/>
            <a:ext cx="6443663" cy="3624262"/>
          </a:xfrm>
        </p:spPr>
      </p:sp>
      <p:sp>
        <p:nvSpPr>
          <p:cNvPr id="3" name="备注占位符 2"/>
          <p:cNvSpPr>
            <a:spLocks noGrp="1"/>
          </p:cNvSpPr>
          <p:nvPr>
            <p:ph type="body" idx="1"/>
          </p:nvPr>
        </p:nvSpPr>
        <p:spPr/>
        <p:txBody>
          <a:bodyPr/>
          <a:lstStyle/>
          <a:p>
            <a:r>
              <a:rPr lang="zh-CN" altLang="en-US" dirty="0" smtClean="0"/>
              <a:t>本页大标题为 </a:t>
            </a:r>
            <a:r>
              <a:rPr lang="en-US" altLang="zh-CN" dirty="0" smtClean="0"/>
              <a:t>《</a:t>
            </a:r>
            <a:r>
              <a:rPr lang="zh-CN" altLang="en-US" dirty="0" smtClean="0"/>
              <a:t>开源项目的名称</a:t>
            </a:r>
            <a:r>
              <a:rPr lang="en-US" altLang="zh-CN" dirty="0" smtClean="0"/>
              <a:t>+</a:t>
            </a:r>
            <a:r>
              <a:rPr lang="zh-CN" altLang="en-US" dirty="0" smtClean="0"/>
              <a:t>说明</a:t>
            </a:r>
            <a:r>
              <a:rPr lang="en-US" altLang="zh-CN" dirty="0" smtClean="0"/>
              <a:t>》</a:t>
            </a:r>
            <a:endParaRPr lang="en-US" altLang="zh-CN" dirty="0" smtClean="0"/>
          </a:p>
          <a:p>
            <a:r>
              <a:rPr lang="zh-CN" altLang="en-US" dirty="0" smtClean="0"/>
              <a:t>小标题为捐助人名称， 请修改为知识产权所有人的全称，如果为共有知识产权，需要列出所有共有主体</a:t>
            </a:r>
            <a:endParaRPr lang="zh-CN" altLang="en-US" dirty="0"/>
          </a:p>
        </p:txBody>
      </p:sp>
      <p:sp>
        <p:nvSpPr>
          <p:cNvPr id="4" name="灯片编号占位符 3"/>
          <p:cNvSpPr>
            <a:spLocks noGrp="1"/>
          </p:cNvSpPr>
          <p:nvPr>
            <p:ph type="sldNum" sz="quarter" idx="10"/>
          </p:nvPr>
        </p:nvSpPr>
        <p:spPr/>
        <p:txBody>
          <a:bodyPr/>
          <a:lstStyle/>
          <a:p>
            <a:fld id="{2FFE1820-CF1F-4B94-ABA4-85F1219260D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566738"/>
            <a:ext cx="6443663" cy="3624262"/>
          </a:xfrm>
        </p:spPr>
      </p:sp>
      <p:sp>
        <p:nvSpPr>
          <p:cNvPr id="3" name="备注占位符 2"/>
          <p:cNvSpPr>
            <a:spLocks noGrp="1"/>
          </p:cNvSpPr>
          <p:nvPr>
            <p:ph type="body" idx="1"/>
          </p:nvPr>
        </p:nvSpPr>
        <p:spPr/>
        <p:txBody>
          <a:bodyPr/>
          <a:lstStyle/>
          <a:p>
            <a:r>
              <a:rPr lang="zh-CN" altLang="en-US" dirty="0"/>
              <a:t>非通用性缩写，非惯用术语，易重复缩写，项目相关名词解释也列于此</a:t>
            </a:r>
            <a:endParaRPr lang="zh-CN" altLang="en-US" dirty="0"/>
          </a:p>
        </p:txBody>
      </p:sp>
      <p:sp>
        <p:nvSpPr>
          <p:cNvPr id="4" name="灯片编号占位符 3"/>
          <p:cNvSpPr>
            <a:spLocks noGrp="1"/>
          </p:cNvSpPr>
          <p:nvPr>
            <p:ph type="sldNum" sz="quarter" idx="10"/>
          </p:nvPr>
        </p:nvSpPr>
        <p:spPr/>
        <p:txBody>
          <a:bodyPr/>
          <a:lstStyle/>
          <a:p>
            <a:fld id="{2FFE1820-CF1F-4B94-ABA4-85F1219260D9}"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E1820-CF1F-4B94-ABA4-85F1219260D9}"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566738"/>
            <a:ext cx="6443663" cy="3624262"/>
          </a:xfrm>
        </p:spPr>
      </p:sp>
      <p:sp>
        <p:nvSpPr>
          <p:cNvPr id="3" name="备注占位符 2"/>
          <p:cNvSpPr>
            <a:spLocks noGrp="1"/>
          </p:cNvSpPr>
          <p:nvPr>
            <p:ph type="body" idx="1"/>
          </p:nvPr>
        </p:nvSpPr>
        <p:spPr/>
        <p:txBody>
          <a:bodyPr/>
          <a:lstStyle/>
          <a:p>
            <a:r>
              <a:rPr lang="zh-CN" altLang="en-US" dirty="0" smtClean="0"/>
              <a:t>汇报人指本项目的决策者。</a:t>
            </a:r>
            <a:endParaRPr lang="en-US" altLang="zh-CN" dirty="0" smtClean="0"/>
          </a:p>
          <a:p>
            <a:r>
              <a:rPr lang="zh-CN" altLang="en-US" dirty="0" smtClean="0"/>
              <a:t>请</a:t>
            </a:r>
            <a:r>
              <a:rPr lang="zh-CN" altLang="en-US" dirty="0"/>
              <a:t>同步填写项目接口人联系</a:t>
            </a:r>
            <a:r>
              <a:rPr lang="zh-CN" altLang="en-US" dirty="0" smtClean="0"/>
              <a:t>表 </a:t>
            </a:r>
            <a:r>
              <a:rPr lang="en-US" altLang="zh-CN" dirty="0" smtClean="0"/>
              <a:t>https://drive.weixin.qq.com/s?k=AEgAHgfCABAOKw6r0w</a:t>
            </a:r>
            <a:endParaRPr lang="en-US" altLang="zh-CN" dirty="0" smtClean="0"/>
          </a:p>
          <a:p>
            <a:r>
              <a:rPr lang="zh-CN" altLang="en-US" dirty="0" smtClean="0"/>
              <a:t>现有赞助方指支持、资助本项目的公司</a:t>
            </a:r>
            <a:r>
              <a:rPr lang="en-US" altLang="zh-CN" dirty="0" smtClean="0"/>
              <a:t>/</a:t>
            </a:r>
            <a:r>
              <a:rPr lang="zh-CN" altLang="en-US" dirty="0" smtClean="0"/>
              <a:t>组织</a:t>
            </a:r>
            <a:r>
              <a:rPr lang="en-US" altLang="zh-CN" dirty="0" smtClean="0"/>
              <a:t>/</a:t>
            </a:r>
            <a:r>
              <a:rPr lang="zh-CN" altLang="en-US" dirty="0" smtClean="0"/>
              <a:t>个人</a:t>
            </a:r>
            <a:endParaRPr lang="zh-CN" altLang="en-US" dirty="0"/>
          </a:p>
        </p:txBody>
      </p:sp>
      <p:sp>
        <p:nvSpPr>
          <p:cNvPr id="4" name="灯片编号占位符 3"/>
          <p:cNvSpPr>
            <a:spLocks noGrp="1"/>
          </p:cNvSpPr>
          <p:nvPr>
            <p:ph type="sldNum" sz="quarter" idx="10"/>
          </p:nvPr>
        </p:nvSpPr>
        <p:spPr/>
        <p:txBody>
          <a:bodyPr/>
          <a:lstStyle/>
          <a:p>
            <a:fld id="{2FFE1820-CF1F-4B94-ABA4-85F1219260D9}"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566738"/>
            <a:ext cx="6443663" cy="3624262"/>
          </a:xfrm>
        </p:spPr>
      </p:sp>
      <p:sp>
        <p:nvSpPr>
          <p:cNvPr id="3" name="备注占位符 2"/>
          <p:cNvSpPr>
            <a:spLocks noGrp="1"/>
          </p:cNvSpPr>
          <p:nvPr>
            <p:ph type="body" idx="1"/>
          </p:nvPr>
        </p:nvSpPr>
        <p:spPr/>
        <p:txBody>
          <a:bodyPr/>
          <a:lstStyle/>
          <a:p>
            <a:r>
              <a:rPr lang="zh-CN" altLang="en-US" dirty="0" smtClean="0"/>
              <a:t>请尽量以用户管理层、决策者角度阐述本项目的</a:t>
            </a:r>
            <a:r>
              <a:rPr lang="zh-CN" altLang="en-US" sz="1200" b="0" i="0" kern="1200" dirty="0" smtClean="0">
                <a:solidFill>
                  <a:schemeClr val="tx1"/>
                </a:solidFill>
                <a:effectLst/>
                <a:latin typeface="+mn-lt"/>
                <a:ea typeface="+mn-ea"/>
                <a:cs typeface="+mn-cs"/>
              </a:rPr>
              <a:t>关键信息</a:t>
            </a:r>
            <a:r>
              <a:rPr lang="zh-CN" altLang="en-US" dirty="0" smtClean="0"/>
              <a:t>，</a:t>
            </a:r>
            <a:r>
              <a:rPr lang="zh-CN" altLang="en-US" sz="1200" b="0" i="0" kern="1200" dirty="0" smtClean="0">
                <a:solidFill>
                  <a:schemeClr val="tx1"/>
                </a:solidFill>
                <a:effectLst/>
                <a:latin typeface="+mn-lt"/>
                <a:ea typeface="+mn-ea"/>
                <a:cs typeface="+mn-cs"/>
              </a:rPr>
              <a:t>应确保内容简洁明了，突出项目的重点。</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简要介绍项目背景，阐述项目的目的和目标。描述项目旨在解决的问题或满足的需求。</a:t>
            </a:r>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简要说明项目采用的方法、技术和策略，以及如何实现项目目标。</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2FFE1820-CF1F-4B94-ABA4-85F1219260D9}"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8600" y="566738"/>
            <a:ext cx="6443663" cy="3624262"/>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FFE1820-CF1F-4B94-ABA4-85F1219260D9}"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r>
              <a:rPr lang="zh-CN" altLang="en-US" dirty="0">
                <a:latin typeface="阿里巴巴普惠体 2.0 55 Regular" panose="00020600040101010101" pitchFamily="18" charset="-122"/>
                <a:ea typeface="阿里巴巴普惠体 2.0 55 Regular" panose="00020600040101010101" pitchFamily="18" charset="-122"/>
                <a:sym typeface="+mn-ea"/>
              </a:rPr>
              <a:t>描述项目的价值，包括但不限于技术</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价值</a:t>
            </a:r>
            <a:r>
              <a:rPr lang="en-US" altLang="zh-CN" dirty="0" smtClean="0">
                <a:latin typeface="阿里巴巴普惠体 2.0 55 Regular" panose="00020600040101010101" pitchFamily="18" charset="-122"/>
                <a:ea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解决了哪些技术</a:t>
            </a:r>
            <a:r>
              <a:rPr lang="en-US" altLang="zh-CN" dirty="0" smtClean="0">
                <a:latin typeface="阿里巴巴普惠体 2.0 55 Regular" panose="00020600040101010101" pitchFamily="18" charset="-122"/>
                <a:ea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业务</a:t>
            </a:r>
            <a:r>
              <a:rPr lang="en-US" altLang="zh-CN" dirty="0" smtClean="0">
                <a:latin typeface="阿里巴巴普惠体 2.0 55 Regular" panose="00020600040101010101" pitchFamily="18" charset="-122"/>
                <a:ea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效率</a:t>
            </a:r>
            <a:r>
              <a:rPr lang="en-US" altLang="zh-CN" dirty="0" smtClean="0">
                <a:latin typeface="阿里巴巴普惠体 2.0 55 Regular" panose="00020600040101010101" pitchFamily="18" charset="-122"/>
                <a:ea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问题</a:t>
            </a:r>
            <a:r>
              <a:rPr lang="en-US" altLang="zh-CN" dirty="0" smtClean="0">
                <a:latin typeface="阿里巴巴普惠体 2.0 55 Regular" panose="00020600040101010101" pitchFamily="18" charset="-122"/>
                <a:ea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a:t>
            </a:r>
            <a:r>
              <a:rPr lang="zh-CN" altLang="en-US" dirty="0">
                <a:latin typeface="阿里巴巴普惠体 2.0 55 Regular" panose="00020600040101010101" pitchFamily="18" charset="-122"/>
                <a:ea typeface="阿里巴巴普惠体 2.0 55 Regular" panose="00020600040101010101" pitchFamily="18" charset="-122"/>
                <a:sym typeface="+mn-ea"/>
              </a:rPr>
              <a:t>商业</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价值、</a:t>
            </a:r>
            <a:r>
              <a:rPr lang="zh-CN" altLang="en-US" dirty="0">
                <a:latin typeface="阿里巴巴普惠体 2.0 55 Regular" panose="00020600040101010101" pitchFamily="18" charset="-122"/>
                <a:ea typeface="阿里巴巴普惠体 2.0 55 Regular" panose="00020600040101010101" pitchFamily="18" charset="-122"/>
                <a:sym typeface="+mn-ea"/>
              </a:rPr>
              <a:t>生态价值、社会价值、创新价值能。</a:t>
            </a:r>
            <a:endParaRPr lang="zh-CN" altLang="en-US" dirty="0">
              <a:latin typeface="阿里巴巴普惠体 2.0 55 Regular" panose="00020600040101010101" pitchFamily="18" charset="-122"/>
              <a:ea typeface="阿里巴巴普惠体 2.0 55 Regular" panose="00020600040101010101" pitchFamily="18" charset="-122"/>
            </a:endParaRPr>
          </a:p>
          <a:p>
            <a:endParaRPr lang="en-US" dirty="0">
              <a:latin typeface="阿里巴巴普惠体 2.0 55 Regular" panose="00020600040101010101" pitchFamily="18" charset="-122"/>
              <a:ea typeface="阿里巴巴普惠体 2.0 55 Regular" panose="00020600040101010101" pitchFamily="18"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r>
              <a:rPr lang="zh-CN" altLang="en-US" dirty="0">
                <a:latin typeface="阿里巴巴普惠体 2.0 55 Regular" panose="00020600040101010101" pitchFamily="18" charset="-122"/>
                <a:ea typeface="阿里巴巴普惠体 2.0 55 Regular" panose="00020600040101010101" pitchFamily="18" charset="-122"/>
                <a:sym typeface="+mn-ea"/>
              </a:rPr>
              <a:t>描述项目主要的应用技术领域，该技术领域目前国内外的发展现状。</a:t>
            </a:r>
            <a:endParaRPr lang="zh-CN" altLang="en-US" dirty="0">
              <a:latin typeface="阿里巴巴普惠体 2.0 55 Regular" panose="00020600040101010101" pitchFamily="18" charset="-122"/>
              <a:ea typeface="阿里巴巴普惠体 2.0 55 Regular" panose="00020600040101010101" pitchFamily="18" charset="-122"/>
            </a:endParaRPr>
          </a:p>
          <a:p>
            <a:endParaRPr lang="en-US">
              <a:latin typeface="阿里巴巴普惠体 2.0 55 Regular" panose="00020600040101010101" pitchFamily="18" charset="-122"/>
              <a:ea typeface="阿里巴巴普惠体 2.0 55 Regular" panose="00020600040101010101" pitchFamily="18"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r>
              <a:rPr lang="zh-CN" altLang="zh-CN" dirty="0">
                <a:latin typeface="阿里巴巴普惠体 2.0 55 Regular" panose="00020600040101010101" pitchFamily="18" charset="-122"/>
                <a:ea typeface="阿里巴巴普惠体 2.0 55 Regular" panose="00020600040101010101" pitchFamily="18" charset="-122"/>
                <a:sym typeface="+mn-ea"/>
              </a:rPr>
              <a:t>包括但不限于项目的顶层技术逻辑架构图、应用部署架构图等</a:t>
            </a:r>
            <a:endParaRPr lang="zh-CN" altLang="zh-CN" dirty="0">
              <a:latin typeface="阿里巴巴普惠体 2.0 55 Regular" panose="00020600040101010101" pitchFamily="18" charset="-122"/>
              <a:ea typeface="阿里巴巴普惠体 2.0 55 Regular" panose="00020600040101010101" pitchFamily="18" charset="-122"/>
            </a:endParaRPr>
          </a:p>
          <a:p>
            <a:pPr lvl="0"/>
            <a:r>
              <a:rPr lang="zh-CN" altLang="zh-CN" dirty="0">
                <a:latin typeface="阿里巴巴普惠体 2.0 55 Regular" panose="00020600040101010101" pitchFamily="18" charset="-122"/>
                <a:ea typeface="阿里巴巴普惠体 2.0 55 Regular" panose="00020600040101010101" pitchFamily="18" charset="-122"/>
                <a:sym typeface="+mn-ea"/>
              </a:rPr>
              <a:t>建议用不同的颜色，或者虚实线，框图等方式标注</a:t>
            </a:r>
            <a:r>
              <a:rPr lang="zh-CN" altLang="en-US" dirty="0">
                <a:latin typeface="阿里巴巴普惠体 2.0 55 Regular" panose="00020600040101010101" pitchFamily="18" charset="-122"/>
                <a:ea typeface="阿里巴巴普惠体 2.0 55 Regular" panose="00020600040101010101" pitchFamily="18" charset="-122"/>
                <a:sym typeface="+mn-ea"/>
              </a:rPr>
              <a:t>明确本</a:t>
            </a:r>
            <a:r>
              <a:rPr lang="zh-CN" altLang="zh-CN" dirty="0">
                <a:latin typeface="阿里巴巴普惠体 2.0 55 Regular" panose="00020600040101010101" pitchFamily="18" charset="-122"/>
                <a:ea typeface="阿里巴巴普惠体 2.0 55 Regular" panose="00020600040101010101" pitchFamily="18" charset="-122"/>
                <a:sym typeface="+mn-ea"/>
              </a:rPr>
              <a:t>开源</a:t>
            </a:r>
            <a:r>
              <a:rPr lang="zh-CN" altLang="en-US" dirty="0">
                <a:latin typeface="阿里巴巴普惠体 2.0 55 Regular" panose="00020600040101010101" pitchFamily="18" charset="-122"/>
                <a:ea typeface="阿里巴巴普惠体 2.0 55 Regular" panose="00020600040101010101" pitchFamily="18" charset="-122"/>
                <a:sym typeface="+mn-ea"/>
              </a:rPr>
              <a:t>项目</a:t>
            </a:r>
            <a:r>
              <a:rPr lang="zh-CN" altLang="zh-CN" dirty="0">
                <a:latin typeface="阿里巴巴普惠体 2.0 55 Regular" panose="00020600040101010101" pitchFamily="18" charset="-122"/>
                <a:ea typeface="阿里巴巴普惠体 2.0 55 Regular" panose="00020600040101010101" pitchFamily="18" charset="-122"/>
                <a:sym typeface="+mn-ea"/>
              </a:rPr>
              <a:t>的边界。</a:t>
            </a:r>
            <a:endParaRPr lang="zh-CN" altLang="zh-CN" dirty="0">
              <a:latin typeface="阿里巴巴普惠体 2.0 55 Regular" panose="00020600040101010101" pitchFamily="18" charset="-122"/>
              <a:ea typeface="阿里巴巴普惠体 2.0 55 Regular" panose="00020600040101010101" pitchFamily="18" charset="-122"/>
            </a:endParaRPr>
          </a:p>
          <a:p>
            <a:pPr lvl="0"/>
            <a:r>
              <a:rPr lang="zh-CN" altLang="zh-CN" dirty="0">
                <a:latin typeface="阿里巴巴普惠体 2.0 55 Regular" panose="00020600040101010101" pitchFamily="18" charset="-122"/>
                <a:ea typeface="阿里巴巴普惠体 2.0 55 Regular" panose="00020600040101010101" pitchFamily="18" charset="-122"/>
                <a:sym typeface="+mn-ea"/>
              </a:rPr>
              <a:t>如果有相关第三方核心开源组件，应该说明如何使用这些开源组件、与上游社区的合作策略。</a:t>
            </a:r>
            <a:endParaRPr lang="en-US" altLang="zh-CN" dirty="0">
              <a:latin typeface="阿里巴巴普惠体 2.0 55 Regular" panose="00020600040101010101" pitchFamily="18" charset="-122"/>
              <a:ea typeface="阿里巴巴普惠体 2.0 55 Regular" panose="00020600040101010101" pitchFamily="18" charset="-122"/>
              <a:sym typeface="+mn-ea"/>
            </a:endParaRPr>
          </a:p>
          <a:p>
            <a:pPr lvl="0"/>
            <a:r>
              <a:rPr lang="zh-CN" altLang="en-US" dirty="0">
                <a:latin typeface="阿里巴巴普惠体 2.0 55 Regular" panose="00020600040101010101" pitchFamily="18" charset="-122"/>
                <a:ea typeface="阿里巴巴普惠体 2.0 55 Regular" panose="00020600040101010101" pitchFamily="18" charset="-122"/>
                <a:sym typeface="+mn-ea"/>
              </a:rPr>
              <a:t>如果有依赖闭源组件，需明确列名，并注明其可获得性。</a:t>
            </a:r>
            <a:endParaRPr lang="en-US" dirty="0">
              <a:latin typeface="阿里巴巴普惠体 2.0 55 Regular" panose="00020600040101010101" pitchFamily="18" charset="-122"/>
              <a:ea typeface="阿里巴巴普惠体 2.0 55 Regular" panose="00020600040101010101" pitchFamily="18"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r>
              <a:rPr lang="zh-CN" altLang="en-US">
                <a:latin typeface="阿里巴巴普惠体 2.0 55 Regular" panose="00020600040101010101" pitchFamily="18" charset="-122"/>
                <a:ea typeface="阿里巴巴普惠体 2.0 55 Regular" panose="00020600040101010101" pitchFamily="18" charset="-122"/>
                <a:sym typeface="+mn-ea"/>
              </a:rPr>
              <a:t>描述系统的主要功能和特点，如果市场有同类型的闭源、开源项目，做一个横向的分析和比较。</a:t>
            </a:r>
            <a:endParaRPr lang="en-US">
              <a:latin typeface="阿里巴巴普惠体 2.0 55 Regular" panose="00020600040101010101" pitchFamily="18" charset="-122"/>
              <a:ea typeface="阿里巴巴普惠体 2.0 55 Regular" panose="00020600040101010101" pitchFamily="18"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r>
              <a:rPr lang="zh-CN" altLang="en-US" dirty="0">
                <a:latin typeface="阿里巴巴普惠体 2.0 55 Regular" panose="00020600040101010101" pitchFamily="18" charset="-122"/>
                <a:ea typeface="阿里巴巴普惠体 2.0 55 Regular" panose="00020600040101010101" pitchFamily="18" charset="-122"/>
                <a:sym typeface="+mn-ea"/>
              </a:rPr>
              <a:t>如果市场有同类型的闭</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源或开</a:t>
            </a:r>
            <a:r>
              <a:rPr lang="zh-CN" altLang="en-US" dirty="0">
                <a:latin typeface="阿里巴巴普惠体 2.0 55 Regular" panose="00020600040101010101" pitchFamily="18" charset="-122"/>
                <a:ea typeface="阿里巴巴普惠体 2.0 55 Regular" panose="00020600040101010101" pitchFamily="18" charset="-122"/>
                <a:sym typeface="+mn-ea"/>
              </a:rPr>
              <a:t>源</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项目</a:t>
            </a:r>
            <a:r>
              <a:rPr lang="zh-CN" altLang="en-US" dirty="0">
                <a:latin typeface="阿里巴巴普惠体 2.0 55 Regular" panose="00020600040101010101" pitchFamily="18" charset="-122"/>
                <a:ea typeface="阿里巴巴普惠体 2.0 55 Regular" panose="00020600040101010101" pitchFamily="18" charset="-122"/>
                <a:sym typeface="+mn-ea"/>
              </a:rPr>
              <a:t>，做一个横向的（技术、产品、市场等方面的）综合分析和比较</a:t>
            </a:r>
            <a:r>
              <a:rPr lang="zh-CN" altLang="en-US" dirty="0" smtClean="0">
                <a:latin typeface="阿里巴巴普惠体 2.0 55 Regular" panose="00020600040101010101" pitchFamily="18" charset="-122"/>
                <a:ea typeface="阿里巴巴普惠体 2.0 55 Regular" panose="00020600040101010101" pitchFamily="18" charset="-122"/>
                <a:sym typeface="+mn-ea"/>
              </a:rPr>
              <a:t>。</a:t>
            </a:r>
            <a:endParaRPr lang="en-US" altLang="zh-CN" dirty="0" smtClean="0">
              <a:latin typeface="阿里巴巴普惠体 2.0 55 Regular" panose="00020600040101010101" pitchFamily="18" charset="-122"/>
              <a:ea typeface="阿里巴巴普惠体 2.0 55 Regular" panose="00020600040101010101" pitchFamily="18" charset="-122"/>
              <a:sym typeface="+mn-ea"/>
            </a:endParaRPr>
          </a:p>
          <a:p>
            <a:pPr lvl="0"/>
            <a:r>
              <a:rPr lang="zh-CN" altLang="en-US" dirty="0" smtClean="0">
                <a:latin typeface="阿里巴巴普惠体 2.0 55 Regular" panose="00020600040101010101" pitchFamily="18" charset="-122"/>
                <a:ea typeface="阿里巴巴普惠体 2.0 55 Regular" panose="00020600040101010101" pitchFamily="18" charset="-122"/>
                <a:sym typeface="+mn-ea"/>
              </a:rPr>
              <a:t>最好是表格式分项对比。</a:t>
            </a:r>
            <a:endParaRPr lang="en-US" dirty="0">
              <a:latin typeface="阿里巴巴普惠体 2.0 55 Regular" panose="00020600040101010101" pitchFamily="18" charset="-122"/>
              <a:ea typeface="阿里巴巴普惠体 2.0 55 Regular" panose="00020600040101010101" pitchFamily="18"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对项目进行一个综合的</a:t>
            </a:r>
            <a:r>
              <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SWOT</a:t>
            </a: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分析。</a:t>
            </a:r>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对于典型场景进行说明以反映项目针对的行业</a:t>
            </a:r>
            <a:r>
              <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用户</a:t>
            </a:r>
            <a:r>
              <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领域，可多页</a:t>
            </a:r>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总结项目针对的行业</a:t>
            </a:r>
            <a:r>
              <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用户</a:t>
            </a:r>
            <a:r>
              <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领域，可多页</a:t>
            </a:r>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描述本开源项目相关的商业模式（可多种），如：</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lvl="0"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提供专业服务</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lvl="0"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企业发行版销售</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lvl="0"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培训与认证，书籍出版</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lvl="0"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广告支持</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lvl="0" indent="-171450">
              <a:buFont typeface="Arial" panose="020B0704020202090204" pitchFamily="34" charset="0"/>
              <a:buChar char="•"/>
            </a:pPr>
            <a:r>
              <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Open Core</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628650" lvl="1"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双许可证</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628650" lvl="1"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销售插件</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628650" lvl="1"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销售开发工具</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628650" lvl="1"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销售专有模块</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628650" lvl="1"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数据更新订阅</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marR="0" lvl="0" indent="-171450" algn="l" defTabSz="914400" rtl="0" eaLnBrk="1" fontAlgn="auto" latinLnBrk="0" hangingPunct="1">
              <a:lnSpc>
                <a:spcPct val="100000"/>
              </a:lnSpc>
              <a:spcBef>
                <a:spcPts val="0"/>
              </a:spcBef>
              <a:spcAft>
                <a:spcPts val="0"/>
              </a:spcAft>
              <a:buClrTx/>
              <a:buSzTx/>
              <a:buFont typeface="Arial" panose="020B0704020202090204" pitchFamily="34" charset="0"/>
              <a:buChar char="•"/>
              <a:defRP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提供</a:t>
            </a:r>
            <a:r>
              <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SaaS</a:t>
            </a: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产品和服务</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lvl="0"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流量变现</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lvl="0"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赞助捐赠</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lvl="0"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特许经营</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marL="171450" lvl="0" indent="-171450">
              <a:buFont typeface="Arial" panose="020B0704020202090204" pitchFamily="34" charset="0"/>
              <a:buChar char="•"/>
            </a:pPr>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品牌周边产品销售</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项目发展路线图规划，</a:t>
            </a:r>
            <a:endParaRPr lang="en-US" altLang="zh-CN"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lvl="0"/>
            <a:r>
              <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如果有上游开源项目可以结合一起说明</a:t>
            </a:r>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endParaRPr lang="zh-CN" altLang="en-US">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marL="0" lvl="0" indent="0">
              <a:lnSpc>
                <a:spcPct val="150000"/>
              </a:lnSpc>
            </a:pPr>
            <a:r>
              <a:rPr lang="zh-CN" altLang="zh-CN" b="1"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社区增长策略</a:t>
            </a:r>
            <a:r>
              <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（必选，计划通过哪些措施来推动社区可持续增长）：</a:t>
            </a:r>
            <a:endParaRPr lang="en-US" altLang="en-US"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311150" lvl="0" indent="-311150">
              <a:lnSpc>
                <a:spcPct val="150000"/>
              </a:lnSpc>
              <a:buFont typeface="Arial" panose="020B0704020202090204" pitchFamily="34" charset="0"/>
              <a:buChar char="•"/>
            </a:pPr>
            <a:r>
              <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开发者生态增长策略</a:t>
            </a:r>
            <a:endPar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0" lvl="0" indent="0">
              <a:lnSpc>
                <a:spcPct val="150000"/>
              </a:lnSpc>
              <a:buNone/>
            </a:pPr>
            <a:r>
              <a:rPr lang="en-US" altLang="en-US"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 </a:t>
            </a:r>
            <a:r>
              <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活动运营</a:t>
            </a:r>
            <a:endPar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0" lvl="0" indent="0">
              <a:lnSpc>
                <a:spcPct val="150000"/>
              </a:lnSpc>
              <a:buNone/>
            </a:pPr>
            <a:r>
              <a:rPr lang="en-US" altLang="en-US"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 </a:t>
            </a:r>
            <a:r>
              <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用户运营</a:t>
            </a:r>
            <a:endPar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311150" lvl="0" indent="-311150">
              <a:lnSpc>
                <a:spcPct val="150000"/>
              </a:lnSpc>
              <a:buFont typeface="Arial" panose="020B0704020202090204" pitchFamily="34" charset="0"/>
              <a:buChar char="•"/>
            </a:pPr>
            <a:r>
              <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社区共建方增长策略</a:t>
            </a:r>
            <a:endPar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0" lvl="0" indent="0">
              <a:lnSpc>
                <a:spcPct val="150000"/>
              </a:lnSpc>
              <a:buNone/>
            </a:pPr>
            <a:r>
              <a:rPr lang="en-US" altLang="en-US"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 </a:t>
            </a:r>
            <a:r>
              <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技术共建</a:t>
            </a:r>
            <a:endParaRPr lang="zh-CN" altLang="zh-CN"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0" lvl="0" indent="0">
              <a:lnSpc>
                <a:spcPct val="150000"/>
              </a:lnSpc>
              <a:buNone/>
            </a:pPr>
            <a:r>
              <a:rPr lang="en-US" altLang="en-US"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 XXX</a:t>
            </a:r>
            <a:endParaRPr lang="en-US" altLang="en-US" dirty="0">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0">
              <a:lnSpc>
                <a:spcPct val="150000"/>
              </a:lnSpc>
            </a:pPr>
            <a:endParaRPr lang="zh-CN" altLang="zh-CN" dirty="0">
              <a:solidFill>
                <a:srgbClr val="808080"/>
              </a:solidFill>
            </a:endParaRPr>
          </a:p>
          <a:p>
            <a:pPr marL="0" lvl="0" indent="0">
              <a:lnSpc>
                <a:spcPct val="140000"/>
              </a:lnSpc>
            </a:pPr>
            <a:endParaRPr lang="zh-CN" altLang="zh-CN" b="0" dirty="0"/>
          </a:p>
          <a:p>
            <a:pPr lvl="0"/>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lnSpc>
                <a:spcPct val="150000"/>
              </a:lnSpc>
            </a:pPr>
            <a:r>
              <a:rPr lang="zh-CN" altLang="zh-CN" b="1">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未来社区成长目标与规划</a:t>
            </a:r>
            <a:r>
              <a:rPr lang="zh-CN" altLang="zh-CN">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（必选，项目社区的</a:t>
            </a:r>
            <a:r>
              <a:rPr lang="en-US" altLang="en-US">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3</a:t>
            </a:r>
            <a:r>
              <a:rPr lang="zh-CN" altLang="zh-CN">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年发展目标预期</a:t>
            </a:r>
            <a:r>
              <a:rPr lang="en-US" altLang="en-US">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&amp; </a:t>
            </a:r>
            <a:r>
              <a:rPr lang="zh-CN" altLang="zh-CN">
                <a:solidFill>
                  <a:srgbClr val="80808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关键里程碑目标）</a:t>
            </a:r>
            <a:r>
              <a:rPr lang="zh-CN" altLang="zh-CN" b="1">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endParaRPr lang="zh-CN" altLang="zh-CN" b="1">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311150" lvl="0" indent="-311150">
              <a:lnSpc>
                <a:spcPct val="140000"/>
              </a:lnSpc>
              <a:buFont typeface="Arial" panose="020B0704020202090204" pitchFamily="34" charset="0"/>
              <a:buChar char="•"/>
            </a:pPr>
            <a:r>
              <a:rPr lang="zh-CN" altLang="zh-CN">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技术发展规划</a:t>
            </a:r>
            <a:endParaRPr lang="zh-CN" altLang="zh-CN" b="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311150" lvl="0" indent="-311150">
              <a:lnSpc>
                <a:spcPct val="140000"/>
              </a:lnSpc>
              <a:buFont typeface="Arial" panose="020B0704020202090204" pitchFamily="34" charset="0"/>
              <a:buChar char="•"/>
            </a:pPr>
            <a:r>
              <a:rPr lang="zh-CN" altLang="zh-CN">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开发者生态规划</a:t>
            </a:r>
            <a:endParaRPr lang="zh-CN" altLang="zh-CN" b="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311150" lvl="0" indent="-311150">
              <a:lnSpc>
                <a:spcPct val="140000"/>
              </a:lnSpc>
              <a:buFont typeface="Arial" panose="020B0704020202090204" pitchFamily="34" charset="0"/>
              <a:buChar char="•"/>
            </a:pPr>
            <a:r>
              <a:rPr lang="zh-CN" altLang="zh-CN">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社区共建方规划</a:t>
            </a:r>
            <a:endParaRPr lang="zh-CN" altLang="en-US">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en-US"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a:t>
            </a:r>
            <a:r>
              <a:rPr lang="zh-CN" altLang="zh-CN"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请勾选合适的情形并补充完整信息。</a:t>
            </a:r>
            <a:endParaRPr lang="zh-CN" altLang="zh-CN"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lvl="0">
              <a:lnSpc>
                <a:spcPct val="150000"/>
              </a:lnSpc>
            </a:pPr>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en-US"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a:t>
            </a:r>
            <a:r>
              <a:rPr lang="zh-CN" altLang="zh-CN"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请勾选合适的情形并补充完整信息。</a:t>
            </a:r>
            <a:endParaRPr lang="zh-CN" altLang="zh-CN"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lvl="0">
              <a:lnSpc>
                <a:spcPct val="150000"/>
              </a:lnSpc>
            </a:pPr>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en-US" sz="1200" dirty="0" smtClean="0">
                <a:solidFill>
                  <a:schemeClr val="accent6"/>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a:t>
            </a:r>
            <a:r>
              <a:rPr lang="zh-CN" altLang="zh-CN" sz="1200" dirty="0" smtClean="0">
                <a:solidFill>
                  <a:schemeClr val="accent6"/>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请勾选合适的情形并补充完整信息。</a:t>
            </a:r>
            <a:endParaRPr lang="zh-CN" altLang="zh-CN" sz="1200" dirty="0" smtClean="0">
              <a:solidFill>
                <a:schemeClr val="accent6"/>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备注：</a:t>
            </a:r>
            <a:endParaRPr lang="zh-CN" altLang="en-US" sz="1200" b="0" i="0" kern="1200" dirty="0" smtClean="0">
              <a:solidFill>
                <a:schemeClr val="tx1"/>
              </a:solidFill>
              <a:effectLst/>
              <a:latin typeface="+mn-lt"/>
              <a:ea typeface="+mn-ea"/>
              <a:cs typeface="+mn-cs"/>
            </a:endParaRPr>
          </a:p>
          <a:p>
            <a:pPr lvl="0">
              <a:lnSpc>
                <a:spcPct val="150000"/>
              </a:lnSpc>
            </a:pP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一</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开源项目名称范围必须配备开源项目品牌的英文名称、中文名称及图形</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logo</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endPar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1</a:t>
            </a:r>
            <a:r>
              <a:rPr lang="zh-CN" altLang="en-US" sz="1200" b="0" i="0" kern="1200" dirty="0" smtClean="0">
                <a:solidFill>
                  <a:schemeClr val="tx1"/>
                </a:solidFill>
                <a:effectLst/>
                <a:latin typeface="+mn-lt"/>
                <a:ea typeface="+mn-ea"/>
                <a:cs typeface="+mn-cs"/>
              </a:rPr>
              <a:t>）项目准入前没有中文名称</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英文名称</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图形</a:t>
            </a:r>
            <a:r>
              <a:rPr lang="en-US" altLang="zh-CN" sz="1200" b="0" i="0" kern="1200" dirty="0" smtClean="0">
                <a:solidFill>
                  <a:schemeClr val="tx1"/>
                </a:solidFill>
                <a:effectLst/>
                <a:latin typeface="+mn-lt"/>
                <a:ea typeface="+mn-ea"/>
                <a:cs typeface="+mn-cs"/>
              </a:rPr>
              <a:t>logo</a:t>
            </a:r>
            <a:r>
              <a:rPr lang="zh-CN" altLang="en-US" sz="1200" b="0" i="0" kern="1200" dirty="0" smtClean="0">
                <a:solidFill>
                  <a:schemeClr val="tx1"/>
                </a:solidFill>
                <a:effectLst/>
                <a:latin typeface="+mn-lt"/>
                <a:ea typeface="+mn-ea"/>
                <a:cs typeface="+mn-cs"/>
              </a:rPr>
              <a:t>的，不影响项目的准入，也不影响捐赠协议的签署。但项目准入后，需依据前述规定及时确定相应名称。</a:t>
            </a:r>
            <a:endParaRPr lang="zh-CN" altLang="en-US"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）如果捐赠方对于项目名称及</a:t>
            </a:r>
            <a:r>
              <a:rPr lang="en-US" altLang="zh-CN" sz="1200" b="0" i="0" kern="1200" dirty="0" smtClean="0">
                <a:solidFill>
                  <a:schemeClr val="tx1"/>
                </a:solidFill>
                <a:effectLst/>
                <a:latin typeface="+mn-lt"/>
                <a:ea typeface="+mn-ea"/>
                <a:cs typeface="+mn-cs"/>
              </a:rPr>
              <a:t>logo</a:t>
            </a:r>
            <a:r>
              <a:rPr lang="zh-CN" altLang="en-US" sz="1200" b="0" i="0" kern="1200" dirty="0" smtClean="0">
                <a:solidFill>
                  <a:schemeClr val="tx1"/>
                </a:solidFill>
                <a:effectLst/>
                <a:latin typeface="+mn-lt"/>
                <a:ea typeface="+mn-ea"/>
                <a:cs typeface="+mn-cs"/>
              </a:rPr>
              <a:t>有其他疑问，请与基金会侧具体沟通。</a:t>
            </a:r>
            <a:endPar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lvl="0">
              <a:lnSpc>
                <a:spcPct val="150000"/>
              </a:lnSpc>
            </a:pP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二</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baseline="0"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商标</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类别应包括开源项目正常运营所涉及的主要商品和服务必须注册的核心群组类别，详细可咨询基金会接口人。</a:t>
            </a:r>
            <a:endPar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lvl="0">
              <a:lnSpc>
                <a:spcPct val="150000"/>
              </a:lnSpc>
            </a:pP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三</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开源项目确名时间节点</a:t>
            </a:r>
            <a:endPar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lvl="0">
              <a:lnSpc>
                <a:spcPct val="150000"/>
              </a:lnSpc>
            </a:pP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(1)</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孵化筹备期项目通过</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TOC</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投票后</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1</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个月内</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确定拟用的英文名称、中文名称及图形</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log</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，并提交相应的商标申请及美著登记该期间，基金会提供的支持</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商标查询</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+1</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件英文名称的商标申请</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+1</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件中文名称的商标申请</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+1</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件图形</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logo</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的美著登记</a:t>
            </a:r>
            <a:endPar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lvl="0">
              <a:lnSpc>
                <a:spcPct val="150000"/>
              </a:lnSpc>
            </a:pP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(2) </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孵化期项目通过</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TOC</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投票后</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11</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个月内</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且已同时完成协议签署</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核心类别上的英文商标和中文商标已获准注册</a:t>
            </a: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完成转让，并完成确名流程。否则将中止公示和宣传。</a:t>
            </a:r>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*请勾选合适的情形并</a:t>
            </a:r>
            <a:r>
              <a:rPr lang="en-US" altLang="zh-CN"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r>
              <a:rPr lang="zh-CN" altLang="en-US"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或补充完整信息。</a:t>
            </a:r>
            <a:endParaRPr lang="zh-CN" altLang="en-US"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marL="0" marR="0" lvl="0" indent="0" algn="l" defTabSz="914400" rtl="0" eaLnBrk="1" fontAlgn="auto" latinLnBrk="0" hangingPunct="1">
              <a:lnSpc>
                <a:spcPct val="150000"/>
              </a:lnSpc>
              <a:spcBef>
                <a:spcPts val="0"/>
              </a:spcBef>
              <a:spcAft>
                <a:spcPts val="0"/>
              </a:spcAft>
              <a:buClrTx/>
              <a:buSzTx/>
              <a:buFontTx/>
              <a:buNone/>
              <a:defRPr/>
            </a:pPr>
            <a:r>
              <a:rPr lang="en-US" altLang="en-US"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 *</a:t>
            </a:r>
            <a:r>
              <a:rPr lang="zh-CN" altLang="zh-CN"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请勾选合适的情形并补充完整信息。</a:t>
            </a:r>
            <a:endParaRPr lang="zh-CN" altLang="zh-CN" sz="1200" dirty="0" smtClean="0">
              <a:solidFill>
                <a:srgbClr val="FF0200"/>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a:p>
            <a:pPr lvl="0">
              <a:lnSpc>
                <a:spcPct val="150000"/>
              </a:lnSpc>
            </a:pPr>
            <a:r>
              <a:rPr lang="en-US" altLang="zh-CN" dirty="0" smtClean="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rPr>
              <a:t>·</a:t>
            </a:r>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lnSpc>
                <a:spcPct val="150000"/>
              </a:lnSpc>
            </a:pPr>
            <a:endParaRPr lang="zh-CN" altLang="en-US" dirty="0">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228600" y="566738"/>
            <a:ext cx="6443663" cy="3624262"/>
          </a:xfrm>
        </p:spPr>
      </p:sp>
      <p:sp>
        <p:nvSpPr>
          <p:cNvPr id="3" name="Text Placeholder 2"/>
          <p:cNvSpPr>
            <a:spLocks noGrp="1"/>
          </p:cNvSpPr>
          <p:nvPr>
            <p:ph type="body" idx="3"/>
          </p:nvPr>
        </p:nvSpPr>
        <p:spPr/>
        <p:txBody>
          <a:bodyPr/>
          <a:lstStyle/>
          <a:p>
            <a:pPr lvl="0">
              <a:lnSpc>
                <a:spcPct val="150000"/>
              </a:lnSpc>
            </a:pPr>
            <a:endParaRPr lang="zh-CN" altLang="en-US">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mn-ea"/>
            </a:endParaRPr>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image" Target="../media/image1.png"/><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4.png"/><Relationship Id="rId7" Type="http://schemas.openxmlformats.org/officeDocument/2006/relationships/tags" Target="../tags/tag15.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sp>
        <p:nvSpPr>
          <p:cNvPr id="2" name="Oval 65"/>
          <p:cNvSpPr/>
          <p:nvPr userDrawn="1">
            <p:custDataLst>
              <p:tags r:id="rId2"/>
            </p:custDataLst>
          </p:nvPr>
        </p:nvSpPr>
        <p:spPr>
          <a:xfrm>
            <a:off x="10729523" y="2532264"/>
            <a:ext cx="618266" cy="618266"/>
          </a:xfrm>
          <a:prstGeom prst="ellipse">
            <a:avLst/>
          </a:prstGeom>
          <a:gradFill>
            <a:gsLst>
              <a:gs pos="80000">
                <a:schemeClr val="accent2"/>
              </a:gs>
              <a:gs pos="45000">
                <a:schemeClr val="accent2">
                  <a:lumMod val="60000"/>
                  <a:lumOff val="40000"/>
                </a:schemeClr>
              </a:gs>
              <a:gs pos="15000">
                <a:schemeClr val="accent2">
                  <a:lumMod val="40000"/>
                  <a:lumOff val="60000"/>
                </a:schemeClr>
              </a:gs>
              <a:gs pos="100000">
                <a:schemeClr val="accent2"/>
              </a:gs>
            </a:gsLst>
            <a:lin ang="2700000" scaled="0"/>
          </a:gradFill>
          <a:ln>
            <a:noFill/>
          </a:ln>
          <a:effectLst>
            <a:softEdge rad="157636"/>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en-US" dirty="0">
              <a:solidFill>
                <a:schemeClr val="tx2"/>
              </a:solidFill>
            </a:endParaRPr>
          </a:p>
        </p:txBody>
      </p:sp>
      <p:sp>
        <p:nvSpPr>
          <p:cNvPr id="3" name="Oval 66"/>
          <p:cNvSpPr/>
          <p:nvPr userDrawn="1">
            <p:custDataLst>
              <p:tags r:id="rId3"/>
            </p:custDataLst>
          </p:nvPr>
        </p:nvSpPr>
        <p:spPr>
          <a:xfrm rot="5400000">
            <a:off x="9432290" y="1475105"/>
            <a:ext cx="967740" cy="967105"/>
          </a:xfrm>
          <a:prstGeom prst="ellipse">
            <a:avLst/>
          </a:prstGeom>
          <a:gradFill>
            <a:gsLst>
              <a:gs pos="80000">
                <a:schemeClr val="accent2"/>
              </a:gs>
              <a:gs pos="45000">
                <a:schemeClr val="accent2">
                  <a:lumMod val="60000"/>
                  <a:lumOff val="40000"/>
                </a:schemeClr>
              </a:gs>
              <a:gs pos="15000">
                <a:schemeClr val="accent2">
                  <a:lumMod val="40000"/>
                  <a:lumOff val="60000"/>
                </a:schemeClr>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en-US">
              <a:solidFill>
                <a:schemeClr val="tx2"/>
              </a:solidFill>
              <a:sym typeface="+mn-ea"/>
            </a:endParaRPr>
          </a:p>
        </p:txBody>
      </p:sp>
      <p:sp>
        <p:nvSpPr>
          <p:cNvPr id="4" name="Oval 16"/>
          <p:cNvSpPr/>
          <p:nvPr userDrawn="1">
            <p:custDataLst>
              <p:tags r:id="rId4"/>
            </p:custDataLst>
          </p:nvPr>
        </p:nvSpPr>
        <p:spPr>
          <a:xfrm>
            <a:off x="11451716" y="674273"/>
            <a:ext cx="121567" cy="121567"/>
          </a:xfrm>
          <a:prstGeom prst="ellipse">
            <a:avLst/>
          </a:prstGeom>
          <a:gradFill>
            <a:gsLst>
              <a:gs pos="0">
                <a:schemeClr val="accent1"/>
              </a:gs>
              <a:gs pos="100000">
                <a:schemeClr val="accent2"/>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a:p>
        </p:txBody>
      </p:sp>
      <p:sp>
        <p:nvSpPr>
          <p:cNvPr id="5" name="Oval 48"/>
          <p:cNvSpPr/>
          <p:nvPr userDrawn="1">
            <p:custDataLst>
              <p:tags r:id="rId5"/>
            </p:custDataLst>
          </p:nvPr>
        </p:nvSpPr>
        <p:spPr>
          <a:xfrm>
            <a:off x="1400810" y="4234180"/>
            <a:ext cx="1674495" cy="1674495"/>
          </a:xfrm>
          <a:prstGeom prst="ellipse">
            <a:avLst/>
          </a:prstGeom>
          <a:gradFill>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0"/>
          </a:gradFill>
          <a:ln>
            <a:noFill/>
          </a:ln>
          <a:effectLst>
            <a:outerShdw blurRad="381000" dist="444500" dir="8100000" sx="72000" sy="72000" algn="tr" rotWithShape="0">
              <a:prstClr val="black">
                <a:alpha val="1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6" name="Rectangle: Rounded Corners 64"/>
          <p:cNvSpPr/>
          <p:nvPr userDrawn="1">
            <p:custDataLst>
              <p:tags r:id="rId6"/>
            </p:custDataLst>
          </p:nvPr>
        </p:nvSpPr>
        <p:spPr>
          <a:xfrm>
            <a:off x="2228215" y="1909445"/>
            <a:ext cx="7833995" cy="3587115"/>
          </a:xfrm>
          <a:prstGeom prst="roundRect">
            <a:avLst>
              <a:gd name="adj" fmla="val 12714"/>
            </a:avLst>
          </a:prstGeom>
          <a:ln w="25400">
            <a:gradFill>
              <a:gsLst>
                <a:gs pos="35000">
                  <a:schemeClr val="bg1">
                    <a:alpha val="70000"/>
                  </a:schemeClr>
                </a:gs>
                <a:gs pos="100000">
                  <a:schemeClr val="accent1">
                    <a:lumMod val="30000"/>
                    <a:lumOff val="70000"/>
                    <a:alpha val="100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00" dirty="0">
              <a:solidFill>
                <a:srgbClr val="435368"/>
              </a:solidFill>
            </a:endParaRPr>
          </a:p>
        </p:txBody>
      </p:sp>
      <p:sp>
        <p:nvSpPr>
          <p:cNvPr id="7" name="Freeform: Shape 71"/>
          <p:cNvSpPr/>
          <p:nvPr userDrawn="1">
            <p:custDataLst>
              <p:tags r:id="rId7"/>
            </p:custDataLst>
          </p:nvPr>
        </p:nvSpPr>
        <p:spPr>
          <a:xfrm rot="5400000">
            <a:off x="9304655" y="1757680"/>
            <a:ext cx="819150" cy="921385"/>
          </a:xfrm>
          <a:custGeom>
            <a:avLst/>
            <a:gdLst>
              <a:gd name="connsiteX0" fmla="*/ 239410 w 481981"/>
              <a:gd name="connsiteY0" fmla="*/ 0 h 542484"/>
              <a:gd name="connsiteX1" fmla="*/ 471369 w 481981"/>
              <a:gd name="connsiteY1" fmla="*/ 0 h 542484"/>
              <a:gd name="connsiteX2" fmla="*/ 472891 w 481981"/>
              <a:gd name="connsiteY2" fmla="*/ 4904 h 542484"/>
              <a:gd name="connsiteX3" fmla="*/ 481981 w 481981"/>
              <a:gd name="connsiteY3" fmla="*/ 95073 h 542484"/>
              <a:gd name="connsiteX4" fmla="*/ 34570 w 481981"/>
              <a:gd name="connsiteY4" fmla="*/ 542484 h 542484"/>
              <a:gd name="connsiteX5" fmla="*/ 0 w 481981"/>
              <a:gd name="connsiteY5" fmla="*/ 538999 h 542484"/>
              <a:gd name="connsiteX6" fmla="*/ 0 w 481981"/>
              <a:gd name="connsiteY6" fmla="*/ 239410 h 542484"/>
              <a:gd name="connsiteX7" fmla="*/ 239410 w 481981"/>
              <a:gd name="connsiteY7" fmla="*/ 0 h 542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1981" h="542484">
                <a:moveTo>
                  <a:pt x="239410" y="0"/>
                </a:moveTo>
                <a:lnTo>
                  <a:pt x="471369" y="0"/>
                </a:lnTo>
                <a:lnTo>
                  <a:pt x="472891" y="4904"/>
                </a:lnTo>
                <a:cubicBezTo>
                  <a:pt x="478851" y="34030"/>
                  <a:pt x="481981" y="64186"/>
                  <a:pt x="481981" y="95073"/>
                </a:cubicBezTo>
                <a:cubicBezTo>
                  <a:pt x="481981" y="342171"/>
                  <a:pt x="281668" y="542484"/>
                  <a:pt x="34570" y="542484"/>
                </a:cubicBezTo>
                <a:lnTo>
                  <a:pt x="0" y="538999"/>
                </a:lnTo>
                <a:lnTo>
                  <a:pt x="0" y="239410"/>
                </a:lnTo>
                <a:cubicBezTo>
                  <a:pt x="0" y="107188"/>
                  <a:pt x="107188" y="0"/>
                  <a:pt x="239410" y="0"/>
                </a:cubicBezTo>
                <a:close/>
              </a:path>
            </a:pathLst>
          </a:custGeom>
          <a:gradFill>
            <a:gsLst>
              <a:gs pos="80000">
                <a:schemeClr val="accent2"/>
              </a:gs>
              <a:gs pos="45000">
                <a:schemeClr val="accent2">
                  <a:lumMod val="60000"/>
                  <a:lumOff val="40000"/>
                </a:schemeClr>
              </a:gs>
              <a:gs pos="15000">
                <a:schemeClr val="accent2">
                  <a:lumMod val="40000"/>
                  <a:lumOff val="60000"/>
                </a:schemeClr>
              </a:gs>
              <a:gs pos="100000">
                <a:schemeClr val="accent2"/>
              </a:gs>
            </a:gsLst>
            <a:lin ang="2700000" scaled="0"/>
          </a:gradFill>
          <a:ln>
            <a:noFill/>
          </a:ln>
          <a:effectLst>
            <a:softEdge rad="191654"/>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en-US" dirty="0">
              <a:solidFill>
                <a:schemeClr val="tx2"/>
              </a:solidFill>
              <a:sym typeface="+mn-ea"/>
            </a:endParaRPr>
          </a:p>
        </p:txBody>
      </p:sp>
      <p:sp>
        <p:nvSpPr>
          <p:cNvPr id="8" name="Freeform: Shape 63"/>
          <p:cNvSpPr/>
          <p:nvPr userDrawn="1">
            <p:custDataLst>
              <p:tags r:id="rId8"/>
            </p:custDataLst>
          </p:nvPr>
        </p:nvSpPr>
        <p:spPr>
          <a:xfrm>
            <a:off x="1957070" y="3872230"/>
            <a:ext cx="1278890" cy="1965960"/>
          </a:xfrm>
          <a:custGeom>
            <a:avLst/>
            <a:gdLst>
              <a:gd name="connsiteX0" fmla="*/ 12672 w 787160"/>
              <a:gd name="connsiteY0" fmla="*/ 0 h 1209991"/>
              <a:gd name="connsiteX1" fmla="*/ 787160 w 787160"/>
              <a:gd name="connsiteY1" fmla="*/ 774488 h 1209991"/>
              <a:gd name="connsiteX2" fmla="*/ 654890 w 787160"/>
              <a:gd name="connsiteY2" fmla="*/ 1207512 h 1209991"/>
              <a:gd name="connsiteX3" fmla="*/ 652844 w 787160"/>
              <a:gd name="connsiteY3" fmla="*/ 1209991 h 1209991"/>
              <a:gd name="connsiteX4" fmla="*/ 496493 w 787160"/>
              <a:gd name="connsiteY4" fmla="*/ 1209991 h 1209991"/>
              <a:gd name="connsiteX5" fmla="*/ 0 w 787160"/>
              <a:gd name="connsiteY5" fmla="*/ 713498 h 1209991"/>
              <a:gd name="connsiteX6" fmla="*/ 0 w 787160"/>
              <a:gd name="connsiteY6" fmla="*/ 640 h 1209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7160" h="1209991">
                <a:moveTo>
                  <a:pt x="12672" y="0"/>
                </a:moveTo>
                <a:cubicBezTo>
                  <a:pt x="440410" y="0"/>
                  <a:pt x="787160" y="346750"/>
                  <a:pt x="787160" y="774488"/>
                </a:cubicBezTo>
                <a:cubicBezTo>
                  <a:pt x="787160" y="934890"/>
                  <a:pt x="738399" y="1083903"/>
                  <a:pt x="654890" y="1207512"/>
                </a:cubicBezTo>
                <a:lnTo>
                  <a:pt x="652844" y="1209991"/>
                </a:lnTo>
                <a:lnTo>
                  <a:pt x="496493" y="1209991"/>
                </a:lnTo>
                <a:cubicBezTo>
                  <a:pt x="222287" y="1209991"/>
                  <a:pt x="0" y="987704"/>
                  <a:pt x="0" y="713498"/>
                </a:cubicBezTo>
                <a:lnTo>
                  <a:pt x="0" y="640"/>
                </a:lnTo>
                <a:close/>
              </a:path>
            </a:pathLst>
          </a:custGeom>
          <a:gradFill>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0"/>
          </a:gradFill>
          <a:ln>
            <a:noFill/>
          </a:ln>
          <a:effectLst>
            <a:softEdge rad="2794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Rectangle: Rounded Corners 2"/>
          <p:cNvSpPr/>
          <p:nvPr userDrawn="1">
            <p:custDataLst>
              <p:tags r:id="rId9"/>
            </p:custDataLst>
          </p:nvPr>
        </p:nvSpPr>
        <p:spPr>
          <a:xfrm>
            <a:off x="2238057" y="1900588"/>
            <a:ext cx="7833995" cy="3587115"/>
          </a:xfrm>
          <a:prstGeom prst="roundRect">
            <a:avLst>
              <a:gd name="adj" fmla="val 12714"/>
            </a:avLst>
          </a:prstGeom>
          <a:gradFill>
            <a:gsLst>
              <a:gs pos="0">
                <a:srgbClr val="FFFFFF">
                  <a:alpha val="11000"/>
                </a:srgbClr>
              </a:gs>
              <a:gs pos="100000">
                <a:srgbClr val="FFFFFF">
                  <a:alpha val="21000"/>
                </a:srgbClr>
              </a:gs>
            </a:gsLst>
            <a:lin ang="2700000" scaled="0"/>
          </a:gradFill>
          <a:ln w="25400">
            <a:gradFill>
              <a:gsLst>
                <a:gs pos="35000">
                  <a:schemeClr val="bg1">
                    <a:alpha val="70000"/>
                  </a:schemeClr>
                </a:gs>
                <a:gs pos="100000">
                  <a:schemeClr val="accent1">
                    <a:lumMod val="30000"/>
                    <a:lumOff val="70000"/>
                    <a:alpha val="100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D" sz="1400" dirty="0">
              <a:solidFill>
                <a:srgbClr val="435368"/>
              </a:solidFill>
            </a:endParaRPr>
          </a:p>
        </p:txBody>
      </p:sp>
      <p:sp>
        <p:nvSpPr>
          <p:cNvPr id="10" name="Oval 59"/>
          <p:cNvSpPr/>
          <p:nvPr userDrawn="1">
            <p:custDataLst>
              <p:tags r:id="rId10"/>
            </p:custDataLst>
          </p:nvPr>
        </p:nvSpPr>
        <p:spPr>
          <a:xfrm>
            <a:off x="902970" y="5755640"/>
            <a:ext cx="414020" cy="414020"/>
          </a:xfrm>
          <a:prstGeom prst="ellipse">
            <a:avLst/>
          </a:prstGeom>
          <a:gradFill>
            <a:gsLst>
              <a:gs pos="80000">
                <a:schemeClr val="accent2"/>
              </a:gs>
              <a:gs pos="45000">
                <a:schemeClr val="accent2">
                  <a:lumMod val="60000"/>
                  <a:lumOff val="40000"/>
                </a:schemeClr>
              </a:gs>
              <a:gs pos="15000">
                <a:schemeClr val="accent2">
                  <a:lumMod val="40000"/>
                  <a:lumOff val="60000"/>
                </a:schemeClr>
              </a:gs>
              <a:gs pos="100000">
                <a:schemeClr val="accent2"/>
              </a:gs>
            </a:gsLst>
            <a:lin ang="2700000" scaled="0"/>
          </a:gradFill>
          <a:ln>
            <a:noFill/>
          </a:ln>
          <a:effectLst>
            <a:softEdge rad="157636"/>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en-US">
              <a:solidFill>
                <a:schemeClr val="tx2"/>
              </a:solidFill>
            </a:endParaRPr>
          </a:p>
        </p:txBody>
      </p:sp>
      <p:pic>
        <p:nvPicPr>
          <p:cNvPr id="18" name="图片 17" descr="开放原子开源基金会标志-02"/>
          <p:cNvPicPr>
            <a:picLocks noChangeAspect="1"/>
          </p:cNvPicPr>
          <p:nvPr userDrawn="1"/>
        </p:nvPicPr>
        <p:blipFill>
          <a:blip r:embed="rId11"/>
          <a:stretch>
            <a:fillRect/>
          </a:stretch>
        </p:blipFill>
        <p:spPr>
          <a:xfrm>
            <a:off x="4305300" y="829945"/>
            <a:ext cx="3582035" cy="708025"/>
          </a:xfrm>
          <a:prstGeom prst="rect">
            <a:avLst/>
          </a:prstGeom>
        </p:spPr>
      </p:pic>
      <p:sp>
        <p:nvSpPr>
          <p:cNvPr id="20" name="标题 19"/>
          <p:cNvSpPr>
            <a:spLocks noGrp="1"/>
          </p:cNvSpPr>
          <p:nvPr>
            <p:ph type="title" hasCustomPrompt="1"/>
          </p:nvPr>
        </p:nvSpPr>
        <p:spPr>
          <a:xfrm>
            <a:off x="832189" y="2785440"/>
            <a:ext cx="10515600" cy="1016306"/>
          </a:xfrm>
          <a:prstGeom prst="rect">
            <a:avLst/>
          </a:prstGeom>
        </p:spPr>
        <p:txBody>
          <a:bodyPr/>
          <a:lstStyle>
            <a:lvl1pPr algn="ctr">
              <a:defRPr sz="48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kumimoji="1" lang="zh-CN" altLang="en-US" dirty="0"/>
              <a:t>单击此处</a:t>
            </a:r>
            <a:r>
              <a:rPr kumimoji="1" lang="zh-CN" altLang="en-US" dirty="0" smtClean="0"/>
              <a:t>编辑标题</a:t>
            </a:r>
            <a:r>
              <a:rPr kumimoji="1" lang="zh-CN" altLang="en-US" dirty="0"/>
              <a:t>样式</a:t>
            </a:r>
            <a:endParaRPr kumimoji="1" lang="zh-CN" altLang="en-US" dirty="0"/>
          </a:p>
        </p:txBody>
      </p:sp>
      <p:sp>
        <p:nvSpPr>
          <p:cNvPr id="24" name="文本占位符 23"/>
          <p:cNvSpPr>
            <a:spLocks noGrp="1"/>
          </p:cNvSpPr>
          <p:nvPr>
            <p:ph type="body" sz="quarter" idx="11" hasCustomPrompt="1"/>
          </p:nvPr>
        </p:nvSpPr>
        <p:spPr>
          <a:xfrm>
            <a:off x="4280271" y="4932363"/>
            <a:ext cx="3670279" cy="295308"/>
          </a:xfrm>
          <a:prstGeom prst="rect">
            <a:avLst/>
          </a:prstGeom>
        </p:spPr>
        <p:txBody>
          <a:bodyPr/>
          <a:lstStyle>
            <a:lvl1pPr marL="0" indent="0" algn="ctr">
              <a:buNone/>
              <a:defRPr sz="160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vl2pPr marL="457200" indent="0">
              <a:buNone/>
              <a:defRPr sz="120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2pPr>
            <a:lvl3pPr marL="914400" indent="0">
              <a:buNone/>
              <a:defRPr sz="120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3pPr>
            <a:lvl4pPr marL="1371600" indent="0">
              <a:buNone/>
              <a:defRPr sz="120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4pPr>
            <a:lvl5pPr marL="1828800" indent="0">
              <a:buNone/>
              <a:defRPr sz="120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5pPr>
          </a:lstStyle>
          <a:p>
            <a:pPr lvl="0"/>
            <a:r>
              <a:rPr kumimoji="1" lang="zh-CN" altLang="en-US" dirty="0" smtClean="0"/>
              <a:t>作者：</a:t>
            </a:r>
            <a:r>
              <a:rPr kumimoji="1" lang="en-US" altLang="zh-CN" dirty="0"/>
              <a:t>XXX</a:t>
            </a:r>
            <a:r>
              <a:rPr kumimoji="1" lang="zh-CN" altLang="en-US" dirty="0"/>
              <a:t>    </a:t>
            </a:r>
            <a:r>
              <a:rPr kumimoji="1" lang="zh-CN" altLang="en-US" dirty="0" smtClean="0"/>
              <a:t> 时间</a:t>
            </a:r>
            <a:r>
              <a:rPr kumimoji="1" lang="en-US" altLang="zh-CN" dirty="0"/>
              <a:t>XX</a:t>
            </a:r>
            <a:r>
              <a:rPr kumimoji="1" lang="zh-CN" altLang="en-US" dirty="0"/>
              <a:t>年</a:t>
            </a:r>
            <a:r>
              <a:rPr kumimoji="1" lang="en-US" altLang="zh-CN" dirty="0"/>
              <a:t>XX</a:t>
            </a:r>
            <a:r>
              <a:rPr kumimoji="1" lang="zh-CN" altLang="en-US" dirty="0"/>
              <a:t>月</a:t>
            </a:r>
            <a:endParaRPr kumimoji="1" lang="zh-CN" altLang="en-US" dirty="0"/>
          </a:p>
        </p:txBody>
      </p:sp>
      <p:sp>
        <p:nvSpPr>
          <p:cNvPr id="14" name="文本占位符 13"/>
          <p:cNvSpPr>
            <a:spLocks noGrp="1"/>
          </p:cNvSpPr>
          <p:nvPr>
            <p:ph type="body" sz="quarter" idx="12" hasCustomPrompt="1"/>
          </p:nvPr>
        </p:nvSpPr>
        <p:spPr>
          <a:xfrm>
            <a:off x="2654300" y="4233863"/>
            <a:ext cx="6997699" cy="604837"/>
          </a:xfrm>
          <a:prstGeom prst="rect">
            <a:avLst/>
          </a:prstGeom>
        </p:spPr>
        <p:txBody>
          <a:bodyPr/>
          <a:lstStyle>
            <a:lvl1pPr marL="0" indent="0" algn="dist">
              <a:buNone/>
              <a:defRPr b="1" i="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vl2pPr algn="dist">
              <a:defRPr b="1" i="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2pPr>
            <a:lvl3pPr algn="dist">
              <a:defRPr b="1" i="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3pPr>
            <a:lvl4pPr algn="dist">
              <a:defRPr b="1" i="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4pPr>
            <a:lvl5pPr algn="dist">
              <a:defRPr b="1" i="0">
                <a:solidFill>
                  <a:schemeClr val="tx1">
                    <a:lumMod val="60000"/>
                    <a:lumOff val="40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5pPr>
          </a:lstStyle>
          <a:p>
            <a:pPr lvl="0"/>
            <a:r>
              <a:rPr kumimoji="1" lang="zh-CN" altLang="en-US" dirty="0"/>
              <a:t>单击此处编辑副标题</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4_Custom Layout">
    <p:spTree>
      <p:nvGrpSpPr>
        <p:cNvPr id="1" name=""/>
        <p:cNvGrpSpPr/>
        <p:nvPr/>
      </p:nvGrpSpPr>
      <p:grpSpPr>
        <a:xfrm>
          <a:off x="0" y="0"/>
          <a:ext cx="0" cy="0"/>
          <a:chOff x="0" y="0"/>
          <a:chExt cx="0" cy="0"/>
        </a:xfrm>
      </p:grpSpPr>
      <p:grpSp>
        <p:nvGrpSpPr>
          <p:cNvPr id="3" name="Arrow button"/>
          <p:cNvGrpSpPr/>
          <p:nvPr userDrawn="1"/>
        </p:nvGrpSpPr>
        <p:grpSpPr>
          <a:xfrm flipH="1" flipV="1">
            <a:off x="11611207" y="3221151"/>
            <a:ext cx="415698" cy="415698"/>
            <a:chOff x="1860372" y="5033457"/>
            <a:chExt cx="263754" cy="263754"/>
          </a:xfrm>
        </p:grpSpPr>
        <p:sp useBgFill="1">
          <p:nvSpPr>
            <p:cNvPr id="4" name="Oval 3"/>
            <p:cNvSpPr/>
            <p:nvPr/>
          </p:nvSpPr>
          <p:spPr>
            <a:xfrm rot="5400000">
              <a:off x="1860372" y="5033457"/>
              <a:ext cx="263754" cy="263754"/>
            </a:xfrm>
            <a:prstGeom prst="ellipse">
              <a:avLst/>
            </a:prstGeom>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5" name="Freeform: Shape 4"/>
            <p:cNvSpPr/>
            <p:nvPr/>
          </p:nvSpPr>
          <p:spPr>
            <a:xfrm rot="5400000">
              <a:off x="1932384" y="5128495"/>
              <a:ext cx="119731" cy="73681"/>
            </a:xfrm>
            <a:custGeom>
              <a:avLst/>
              <a:gdLst>
                <a:gd name="connsiteX0" fmla="*/ 133984 w 148392"/>
                <a:gd name="connsiteY0" fmla="*/ 88463 h 91318"/>
                <a:gd name="connsiteX1" fmla="*/ 125914 w 148392"/>
                <a:gd name="connsiteY1" fmla="*/ 85118 h 91318"/>
                <a:gd name="connsiteX2" fmla="*/ 76910 w 148392"/>
                <a:gd name="connsiteY2" fmla="*/ 36114 h 91318"/>
                <a:gd name="connsiteX3" fmla="*/ 27906 w 148392"/>
                <a:gd name="connsiteY3" fmla="*/ 85118 h 91318"/>
                <a:gd name="connsiteX4" fmla="*/ 11765 w 148392"/>
                <a:gd name="connsiteY4" fmla="*/ 84837 h 91318"/>
                <a:gd name="connsiteX5" fmla="*/ 11765 w 148392"/>
                <a:gd name="connsiteY5" fmla="*/ 68977 h 91318"/>
                <a:gd name="connsiteX6" fmla="*/ 68840 w 148392"/>
                <a:gd name="connsiteY6" fmla="*/ 11903 h 91318"/>
                <a:gd name="connsiteX7" fmla="*/ 84980 w 148392"/>
                <a:gd name="connsiteY7" fmla="*/ 11903 h 91318"/>
                <a:gd name="connsiteX8" fmla="*/ 142054 w 148392"/>
                <a:gd name="connsiteY8" fmla="*/ 68977 h 91318"/>
                <a:gd name="connsiteX9" fmla="*/ 142052 w 148392"/>
                <a:gd name="connsiteY9" fmla="*/ 85120 h 91318"/>
                <a:gd name="connsiteX10" fmla="*/ 133984 w 148392"/>
                <a:gd name="connsiteY10" fmla="*/ 88463 h 9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392" h="91318">
                  <a:moveTo>
                    <a:pt x="133984" y="88463"/>
                  </a:moveTo>
                  <a:cubicBezTo>
                    <a:pt x="130957" y="88461"/>
                    <a:pt x="128054" y="87258"/>
                    <a:pt x="125914" y="85118"/>
                  </a:cubicBezTo>
                  <a:lnTo>
                    <a:pt x="76910" y="36114"/>
                  </a:lnTo>
                  <a:lnTo>
                    <a:pt x="27906" y="85118"/>
                  </a:lnTo>
                  <a:cubicBezTo>
                    <a:pt x="23371" y="89498"/>
                    <a:pt x="16145" y="89372"/>
                    <a:pt x="11765" y="84837"/>
                  </a:cubicBezTo>
                  <a:cubicBezTo>
                    <a:pt x="7493" y="80414"/>
                    <a:pt x="7493" y="73401"/>
                    <a:pt x="11765" y="68977"/>
                  </a:cubicBezTo>
                  <a:lnTo>
                    <a:pt x="68840" y="11903"/>
                  </a:lnTo>
                  <a:cubicBezTo>
                    <a:pt x="73297" y="7447"/>
                    <a:pt x="80523" y="7447"/>
                    <a:pt x="84980" y="11903"/>
                  </a:cubicBezTo>
                  <a:lnTo>
                    <a:pt x="142054" y="68977"/>
                  </a:lnTo>
                  <a:cubicBezTo>
                    <a:pt x="146512" y="73436"/>
                    <a:pt x="146511" y="80663"/>
                    <a:pt x="142052" y="85120"/>
                  </a:cubicBezTo>
                  <a:cubicBezTo>
                    <a:pt x="139912" y="87259"/>
                    <a:pt x="137010" y="88461"/>
                    <a:pt x="133984" y="88463"/>
                  </a:cubicBezTo>
                  <a:close/>
                </a:path>
              </a:pathLst>
            </a:custGeom>
            <a:solidFill>
              <a:schemeClr val="tx1">
                <a:lumMod val="85000"/>
                <a:lumOff val="15000"/>
              </a:schemeClr>
            </a:solidFill>
            <a:ln w="9525" cap="flat">
              <a:noFill/>
              <a:prstDash val="solid"/>
              <a:miter/>
            </a:ln>
          </p:spPr>
          <p:txBody>
            <a:bodyPr rtlCol="0" anchor="ctr"/>
            <a:lstStyle/>
            <a:p>
              <a:endParaRPr lang="en-US" dirty="0"/>
            </a:p>
          </p:txBody>
        </p:sp>
      </p:grpSp>
      <p:sp>
        <p:nvSpPr>
          <p:cNvPr id="6" name="Rectangle: Rounded Corners 3"/>
          <p:cNvSpPr/>
          <p:nvPr userDrawn="1"/>
        </p:nvSpPr>
        <p:spPr>
          <a:xfrm>
            <a:off x="-550989" y="1292245"/>
            <a:ext cx="4149978" cy="2997190"/>
          </a:xfrm>
          <a:prstGeom prst="roundRect">
            <a:avLst>
              <a:gd name="adj" fmla="val 13938"/>
            </a:avLst>
          </a:prstGeom>
          <a:gradFill>
            <a:gsLst>
              <a:gs pos="100000">
                <a:schemeClr val="accent1"/>
              </a:gs>
              <a:gs pos="15000">
                <a:schemeClr val="accent2"/>
              </a:gs>
            </a:gsLst>
            <a:lin ang="2700000" scaled="0"/>
          </a:gradFill>
          <a:ln>
            <a:noFill/>
          </a:ln>
          <a:effectLst>
            <a:outerShdw blurRad="876300" dist="673100" dir="8100000" sx="95000" sy="95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mj-lt"/>
            </a:endParaRPr>
          </a:p>
        </p:txBody>
      </p:sp>
      <p:sp useBgFill="1">
        <p:nvSpPr>
          <p:cNvPr id="8" name="Rectangle: Top Corners Rounded 2"/>
          <p:cNvSpPr/>
          <p:nvPr userDrawn="1"/>
        </p:nvSpPr>
        <p:spPr>
          <a:xfrm rot="10800000">
            <a:off x="1378856" y="1934167"/>
            <a:ext cx="3865539" cy="4923832"/>
          </a:xfrm>
          <a:prstGeom prst="round2SameRect">
            <a:avLst>
              <a:gd name="adj1" fmla="val 0"/>
              <a:gd name="adj2" fmla="val 1982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21"/>
          <p:cNvSpPr/>
          <p:nvPr userDrawn="1"/>
        </p:nvSpPr>
        <p:spPr>
          <a:xfrm>
            <a:off x="1064645" y="1635306"/>
            <a:ext cx="2768203" cy="2936696"/>
          </a:xfrm>
          <a:custGeom>
            <a:avLst/>
            <a:gdLst>
              <a:gd name="connsiteX0" fmla="*/ 766150 w 2220134"/>
              <a:gd name="connsiteY0" fmla="*/ 0 h 2355268"/>
              <a:gd name="connsiteX1" fmla="*/ 2220134 w 2220134"/>
              <a:gd name="connsiteY1" fmla="*/ 0 h 2355268"/>
              <a:gd name="connsiteX2" fmla="*/ 2220134 w 2220134"/>
              <a:gd name="connsiteY2" fmla="*/ 1937520 h 2355268"/>
              <a:gd name="connsiteX3" fmla="*/ 1802386 w 2220134"/>
              <a:gd name="connsiteY3" fmla="*/ 2355268 h 2355268"/>
              <a:gd name="connsiteX4" fmla="*/ 0 w 2220134"/>
              <a:gd name="connsiteY4" fmla="*/ 2355268 h 2355268"/>
              <a:gd name="connsiteX5" fmla="*/ 0 w 2220134"/>
              <a:gd name="connsiteY5" fmla="*/ 766150 h 2355268"/>
              <a:gd name="connsiteX6" fmla="*/ 766150 w 2220134"/>
              <a:gd name="connsiteY6" fmla="*/ 0 h 2355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0134" h="2355268">
                <a:moveTo>
                  <a:pt x="766150" y="0"/>
                </a:moveTo>
                <a:lnTo>
                  <a:pt x="2220134" y="0"/>
                </a:lnTo>
                <a:lnTo>
                  <a:pt x="2220134" y="1937520"/>
                </a:lnTo>
                <a:cubicBezTo>
                  <a:pt x="2220134" y="2168236"/>
                  <a:pt x="2033102" y="2355268"/>
                  <a:pt x="1802386" y="2355268"/>
                </a:cubicBezTo>
                <a:lnTo>
                  <a:pt x="0" y="2355268"/>
                </a:lnTo>
                <a:lnTo>
                  <a:pt x="0" y="766150"/>
                </a:lnTo>
                <a:cubicBezTo>
                  <a:pt x="0" y="343017"/>
                  <a:pt x="343017" y="0"/>
                  <a:pt x="766150" y="0"/>
                </a:cubicBezTo>
                <a:close/>
              </a:path>
            </a:pathLst>
          </a:custGeom>
          <a:gradFill>
            <a:gsLst>
              <a:gs pos="100000">
                <a:schemeClr val="accent1"/>
              </a:gs>
              <a:gs pos="15000">
                <a:schemeClr val="accent2"/>
              </a:gs>
            </a:gsLst>
            <a:lin ang="2700000" scaled="0"/>
          </a:gradFill>
          <a:ln>
            <a:noFill/>
          </a:ln>
          <a:effectLst>
            <a:outerShdw blurRad="876300" dist="673100" dir="8100000" sx="95000" sy="95000" algn="tr" rotWithShape="0">
              <a:prstClr val="black">
                <a:alpha val="10000"/>
              </a:prstClr>
            </a:outerShdw>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mj-lt"/>
            </a:endParaRPr>
          </a:p>
        </p:txBody>
      </p:sp>
      <p:sp useBgFill="1">
        <p:nvSpPr>
          <p:cNvPr id="11" name="Rectangle: Top Corners Rounded 10"/>
          <p:cNvSpPr/>
          <p:nvPr userDrawn="1"/>
        </p:nvSpPr>
        <p:spPr>
          <a:xfrm rot="10800000">
            <a:off x="1378570" y="1934064"/>
            <a:ext cx="3865539" cy="4923832"/>
          </a:xfrm>
          <a:prstGeom prst="round2SameRect">
            <a:avLst>
              <a:gd name="adj1" fmla="val 0"/>
              <a:gd name="adj2" fmla="val 19820"/>
            </a:avLst>
          </a:prstGeom>
          <a:solidFill>
            <a:schemeClr val="bg1">
              <a:alpha val="8000"/>
            </a:schemeClr>
          </a:solidFill>
          <a:ln w="15875">
            <a:gradFill flip="none" rotWithShape="1">
              <a:gsLst>
                <a:gs pos="0">
                  <a:schemeClr val="bg1">
                    <a:alpha val="60000"/>
                  </a:schemeClr>
                </a:gs>
                <a:gs pos="50000">
                  <a:schemeClr val="bg1">
                    <a:alpha val="0"/>
                  </a:schemeClr>
                </a:gs>
                <a:gs pos="100000">
                  <a:schemeClr val="bg1">
                    <a:alpha val="60000"/>
                  </a:schemeClr>
                </a:gs>
              </a:gsLst>
              <a:lin ang="189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5"/>
          <p:cNvGrpSpPr/>
          <p:nvPr userDrawn="1"/>
        </p:nvGrpSpPr>
        <p:grpSpPr>
          <a:xfrm>
            <a:off x="4753968" y="3291268"/>
            <a:ext cx="681621" cy="697283"/>
            <a:chOff x="2902633" y="2072845"/>
            <a:chExt cx="1104365" cy="1129741"/>
          </a:xfrm>
        </p:grpSpPr>
        <p:grpSp>
          <p:nvGrpSpPr>
            <p:cNvPr id="13" name="Group 6"/>
            <p:cNvGrpSpPr/>
            <p:nvPr/>
          </p:nvGrpSpPr>
          <p:grpSpPr>
            <a:xfrm>
              <a:off x="2902633" y="2072845"/>
              <a:ext cx="1104365" cy="1129741"/>
              <a:chOff x="3145228" y="4225925"/>
              <a:chExt cx="1104365" cy="1129741"/>
            </a:xfrm>
          </p:grpSpPr>
          <p:sp>
            <p:nvSpPr>
              <p:cNvPr id="15" name="Rectangle: Rounded Corners 8"/>
              <p:cNvSpPr/>
              <p:nvPr/>
            </p:nvSpPr>
            <p:spPr>
              <a:xfrm>
                <a:off x="3145228" y="4225925"/>
                <a:ext cx="1104365" cy="1129741"/>
              </a:xfrm>
              <a:prstGeom prst="roundRect">
                <a:avLst>
                  <a:gd name="adj" fmla="val 27982"/>
                </a:avLst>
              </a:prstGeom>
              <a:gradFill flip="none" rotWithShape="1">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1"/>
                <a:tileRect/>
              </a:gradFill>
              <a:ln>
                <a:noFill/>
              </a:ln>
              <a:effectLst>
                <a:outerShdw blurRad="381000" dist="444500" dir="8100000" sx="90000" sy="90000" algn="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9"/>
              <p:cNvSpPr/>
              <p:nvPr/>
            </p:nvSpPr>
            <p:spPr>
              <a:xfrm>
                <a:off x="3148776" y="4225925"/>
                <a:ext cx="1097269" cy="1122478"/>
              </a:xfrm>
              <a:prstGeom prst="roundRect">
                <a:avLst>
                  <a:gd name="adj" fmla="val 26931"/>
                </a:avLst>
              </a:prstGeom>
              <a:gradFill>
                <a:gsLst>
                  <a:gs pos="100000">
                    <a:schemeClr val="accent1"/>
                  </a:gs>
                  <a:gs pos="0">
                    <a:schemeClr val="accent1">
                      <a:lumMod val="60000"/>
                      <a:lumOff val="40000"/>
                    </a:schemeClr>
                  </a:gs>
                </a:gsLst>
                <a:lin ang="2700000" scaled="0"/>
              </a:gradFill>
              <a:ln>
                <a:noFill/>
              </a:ln>
              <a:effectLst>
                <a:outerShdw blurRad="635000" dist="444500" dir="8100000" sx="90000" sy="90000" algn="tr" rotWithShape="0">
                  <a:prstClr val="black">
                    <a:alpha val="10000"/>
                  </a:prstClr>
                </a:outerShdw>
                <a:softEdge rad="50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Rounded Corners 7"/>
            <p:cNvSpPr/>
            <p:nvPr/>
          </p:nvSpPr>
          <p:spPr>
            <a:xfrm>
              <a:off x="3212219" y="2395121"/>
              <a:ext cx="485192" cy="485189"/>
            </a:xfrm>
            <a:prstGeom prst="roundRect">
              <a:avLst/>
            </a:prstGeom>
            <a:blipFill>
              <a:blip r:embed="rId2" cstate="hqprint">
                <a:lum bright="70000" contrast="-70000"/>
                <a:extLst>
                  <a:ext uri="{BEBA8EAE-BF5A-486C-A8C5-ECC9F3942E4B}">
                    <a14:imgProps xmlns:a14="http://schemas.microsoft.com/office/drawing/2010/main">
                      <a14:imgLayer r:embed="rId3">
                        <a14:imgEffect>
                          <a14:artisticPhotocopy trans="30000" detail="2"/>
                        </a14:imgEffect>
                      </a14:imgLayer>
                    </a14:imgProps>
                  </a:ext>
                </a:extLst>
              </a:blip>
              <a:stretch>
                <a:fillRect/>
              </a:stretch>
            </a:blipFill>
            <a:ln>
              <a:noFill/>
            </a:ln>
            <a:effectLst>
              <a:outerShdw blurRad="444500" dist="254000" dir="8100000" sx="85000" sy="85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标题 18"/>
          <p:cNvSpPr>
            <a:spLocks noGrp="1"/>
          </p:cNvSpPr>
          <p:nvPr>
            <p:ph type="title" hasCustomPrompt="1"/>
          </p:nvPr>
        </p:nvSpPr>
        <p:spPr>
          <a:xfrm>
            <a:off x="5646696" y="2246887"/>
            <a:ext cx="4752108" cy="775714"/>
          </a:xfrm>
          <a:prstGeom prst="rect">
            <a:avLst/>
          </a:prstGeom>
        </p:spPr>
        <p:txBody>
          <a:bodyPr/>
          <a:lstStyle>
            <a:lvl1pPr>
              <a:defRPr sz="4800" b="1" i="0">
                <a:solidFill>
                  <a:schemeClr val="tx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kumimoji="1" lang="en-US" altLang="zh-CN" dirty="0"/>
              <a:t>PART</a:t>
            </a:r>
            <a:r>
              <a:rPr kumimoji="1" lang="zh-CN" altLang="en-US" dirty="0"/>
              <a:t> </a:t>
            </a:r>
            <a:r>
              <a:rPr kumimoji="1" lang="en-US" altLang="zh-CN" dirty="0"/>
              <a:t>XX</a:t>
            </a:r>
            <a:endParaRPr kumimoji="1" lang="zh-CN" altLang="en-US" dirty="0"/>
          </a:p>
        </p:txBody>
      </p:sp>
      <p:sp>
        <p:nvSpPr>
          <p:cNvPr id="42" name="文本占位符 41"/>
          <p:cNvSpPr>
            <a:spLocks noGrp="1"/>
          </p:cNvSpPr>
          <p:nvPr>
            <p:ph type="body" sz="quarter" idx="11" hasCustomPrompt="1"/>
          </p:nvPr>
        </p:nvSpPr>
        <p:spPr>
          <a:xfrm>
            <a:off x="5646696" y="3332441"/>
            <a:ext cx="4978400" cy="914400"/>
          </a:xfrm>
          <a:prstGeom prst="rect">
            <a:avLst/>
          </a:prstGeom>
        </p:spPr>
        <p:txBody>
          <a:bodyPr/>
          <a:lstStyle>
            <a:lvl1pPr marL="0" indent="0">
              <a:buNone/>
              <a:defRPr sz="48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vl2pPr marL="457200" indent="0">
              <a:buNone/>
              <a:defRPr sz="48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2pPr>
            <a:lvl3pPr marL="914400" indent="0">
              <a:buNone/>
              <a:defRPr sz="48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3pPr>
            <a:lvl4pPr marL="1371600" indent="0">
              <a:buNone/>
              <a:defRPr sz="48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4pPr>
            <a:lvl5pPr marL="1828800" indent="0">
              <a:buNone/>
              <a:defRPr sz="48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5pPr>
          </a:lstStyle>
          <a:p>
            <a:pPr lvl="0"/>
            <a:r>
              <a:rPr kumimoji="1" lang="zh-CN" altLang="en-US" dirty="0"/>
              <a:t>章节标题</a:t>
            </a:r>
            <a:endParaRPr kumimoji="1" lang="zh-CN" altLang="en-US" dirty="0"/>
          </a:p>
        </p:txBody>
      </p:sp>
      <p:sp>
        <p:nvSpPr>
          <p:cNvPr id="44" name="文本占位符 43"/>
          <p:cNvSpPr>
            <a:spLocks noGrp="1"/>
          </p:cNvSpPr>
          <p:nvPr>
            <p:ph type="body" sz="quarter" idx="12" hasCustomPrompt="1"/>
          </p:nvPr>
        </p:nvSpPr>
        <p:spPr>
          <a:xfrm>
            <a:off x="5646738" y="4289425"/>
            <a:ext cx="4978400" cy="889000"/>
          </a:xfrm>
          <a:prstGeom prst="rect">
            <a:avLst/>
          </a:prstGeom>
        </p:spPr>
        <p:txBody>
          <a:bodyPr/>
          <a:lstStyle>
            <a:lvl1pPr marL="0" indent="0">
              <a:buNone/>
              <a:defRPr sz="1400" b="0" i="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vl2pPr marL="457200" indent="0">
              <a:buNone/>
              <a:defRPr sz="1400" b="0" i="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2pPr>
            <a:lvl3pPr marL="914400" indent="0">
              <a:buNone/>
              <a:defRPr sz="1400" b="0" i="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3pPr>
            <a:lvl4pPr marL="1371600" indent="0">
              <a:buNone/>
              <a:defRPr sz="1400" b="0" i="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4pPr>
            <a:lvl5pPr marL="1828800" indent="0">
              <a:buNone/>
              <a:defRPr sz="1400" b="0" i="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5pPr>
          </a:lstStyle>
          <a:p>
            <a:pPr marL="0" marR="0" lvl="0" indent="0" algn="l" defTabSz="914400" rtl="0" eaLnBrk="1" fontAlgn="auto" latinLnBrk="0" hangingPunct="1">
              <a:lnSpc>
                <a:spcPct val="90000"/>
              </a:lnSpc>
              <a:spcBef>
                <a:spcPts val="1000"/>
              </a:spcBef>
              <a:spcAft>
                <a:spcPts val="0"/>
              </a:spcAft>
              <a:buClrTx/>
              <a:buSzTx/>
              <a:buFont typeface="Arial" panose="020B0704020202090204" pitchFamily="34" charset="0"/>
              <a:buNone/>
              <a:defRPr/>
            </a:pPr>
            <a:r>
              <a:rPr kumimoji="1" lang="zh-CN" altLang="en-US" dirty="0"/>
              <a:t>单击此处编辑章节描述单击此处编辑章节描述单击此处编辑章节描述单击此处编辑章节描述</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5" name="椭圆 4"/>
          <p:cNvSpPr/>
          <p:nvPr userDrawn="1"/>
        </p:nvSpPr>
        <p:spPr>
          <a:xfrm>
            <a:off x="-3629025" y="-147637"/>
            <a:ext cx="11112500" cy="11110913"/>
          </a:xfrm>
          <a:prstGeom prst="ellipse">
            <a:avLst/>
          </a:prstGeom>
          <a:gradFill flip="none" rotWithShape="1">
            <a:gsLst>
              <a:gs pos="100000">
                <a:schemeClr val="accent1">
                  <a:lumMod val="20000"/>
                  <a:lumOff val="80000"/>
                  <a:alpha val="0"/>
                </a:schemeClr>
              </a:gs>
              <a:gs pos="0">
                <a:schemeClr val="accent1">
                  <a:lumMod val="60000"/>
                  <a:lumOff val="4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6" name="椭圆 5"/>
          <p:cNvSpPr/>
          <p:nvPr userDrawn="1"/>
        </p:nvSpPr>
        <p:spPr>
          <a:xfrm>
            <a:off x="7348538" y="-2071687"/>
            <a:ext cx="6564313" cy="6564313"/>
          </a:xfrm>
          <a:prstGeom prst="ellipse">
            <a:avLst/>
          </a:prstGeom>
          <a:gradFill flip="none" rotWithShape="1">
            <a:gsLst>
              <a:gs pos="100000">
                <a:schemeClr val="accent1">
                  <a:lumMod val="20000"/>
                  <a:lumOff val="80000"/>
                  <a:alpha val="0"/>
                </a:schemeClr>
              </a:gs>
              <a:gs pos="0">
                <a:schemeClr val="accent1">
                  <a:lumMod val="60000"/>
                  <a:lumOff val="40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8" name="标题 4"/>
          <p:cNvSpPr>
            <a:spLocks noGrp="1"/>
          </p:cNvSpPr>
          <p:nvPr>
            <p:ph type="title"/>
          </p:nvPr>
        </p:nvSpPr>
        <p:spPr>
          <a:xfrm>
            <a:off x="1284181" y="365125"/>
            <a:ext cx="9503834" cy="721467"/>
          </a:xfrm>
          <a:prstGeom prst="rect">
            <a:avLst/>
          </a:prstGeom>
        </p:spPr>
        <p:txBody>
          <a:bodyPr/>
          <a:lstStyle>
            <a:lvl1pPr>
              <a:defRPr sz="36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kumimoji="1" lang="zh-CN" altLang="en-US" dirty="0"/>
              <a:t>单击此处编辑母版标题样式</a:t>
            </a:r>
            <a:endParaRPr kumimoji="1" lang="zh-CN" altLang="en-US" dirty="0"/>
          </a:p>
        </p:txBody>
      </p:sp>
      <p:pic>
        <p:nvPicPr>
          <p:cNvPr id="9" name="图片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7349" y="397482"/>
            <a:ext cx="466407" cy="466407"/>
          </a:xfrm>
          <a:prstGeom prst="rect">
            <a:avLst/>
          </a:prstGeom>
        </p:spPr>
      </p:pic>
      <p:cxnSp>
        <p:nvCxnSpPr>
          <p:cNvPr id="10" name="直接连接符 15"/>
          <p:cNvCxnSpPr/>
          <p:nvPr userDrawn="1"/>
        </p:nvCxnSpPr>
        <p:spPr>
          <a:xfrm flipV="1">
            <a:off x="1098968" y="397482"/>
            <a:ext cx="0" cy="46640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3_Custom Layout">
    <p:spTree>
      <p:nvGrpSpPr>
        <p:cNvPr id="1" name=""/>
        <p:cNvGrpSpPr/>
        <p:nvPr/>
      </p:nvGrpSpPr>
      <p:grpSpPr>
        <a:xfrm>
          <a:off x="0" y="0"/>
          <a:ext cx="0" cy="0"/>
          <a:chOff x="0" y="0"/>
          <a:chExt cx="0" cy="0"/>
        </a:xfrm>
      </p:grpSpPr>
      <p:sp>
        <p:nvSpPr>
          <p:cNvPr id="3" name="标题 2"/>
          <p:cNvSpPr>
            <a:spLocks noGrp="1"/>
          </p:cNvSpPr>
          <p:nvPr>
            <p:ph type="title"/>
          </p:nvPr>
        </p:nvSpPr>
        <p:spPr>
          <a:xfrm>
            <a:off x="1230531" y="91992"/>
            <a:ext cx="9504045" cy="584902"/>
          </a:xfrm>
          <a:prstGeom prst="rect">
            <a:avLst/>
          </a:prstGeom>
        </p:spPr>
        <p:txBody>
          <a:bodyPr/>
          <a:lstStyle>
            <a:lvl1pPr>
              <a:defRPr sz="36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79_Title Slide">
    <p:spTree>
      <p:nvGrpSpPr>
        <p:cNvPr id="1" name=""/>
        <p:cNvGrpSpPr/>
        <p:nvPr/>
      </p:nvGrpSpPr>
      <p:grpSpPr>
        <a:xfrm>
          <a:off x="0" y="0"/>
          <a:ext cx="0" cy="0"/>
          <a:chOff x="0" y="0"/>
          <a:chExt cx="0" cy="0"/>
        </a:xfrm>
      </p:grpSpPr>
      <p:sp>
        <p:nvSpPr>
          <p:cNvPr id="2" name="Oval 42"/>
          <p:cNvSpPr/>
          <p:nvPr userDrawn="1">
            <p:custDataLst>
              <p:tags r:id="rId2"/>
            </p:custDataLst>
          </p:nvPr>
        </p:nvSpPr>
        <p:spPr>
          <a:xfrm>
            <a:off x="10690358" y="-264707"/>
            <a:ext cx="1394192" cy="1394192"/>
          </a:xfrm>
          <a:prstGeom prst="ellipse">
            <a:avLst/>
          </a:prstGeom>
          <a:gradFill>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0"/>
          </a:gradFill>
          <a:ln>
            <a:noFill/>
          </a:ln>
          <a:effectLst>
            <a:outerShdw blurRad="381000" dist="444500" dir="8100000" sx="90000" sy="90000" algn="tr" rotWithShape="0">
              <a:prstClr val="black">
                <a:alpha val="1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3" name="Oval 46"/>
          <p:cNvSpPr/>
          <p:nvPr userDrawn="1">
            <p:custDataLst>
              <p:tags r:id="rId3"/>
            </p:custDataLst>
          </p:nvPr>
        </p:nvSpPr>
        <p:spPr>
          <a:xfrm>
            <a:off x="10263237" y="286117"/>
            <a:ext cx="1534154" cy="1534154"/>
          </a:xfrm>
          <a:prstGeom prst="ellipse">
            <a:avLst/>
          </a:prstGeom>
          <a:ln>
            <a:noFill/>
          </a:ln>
          <a:effectLst>
            <a:outerShdw blurRad="1130300" dist="495300" dir="5400000" sx="86000" sy="86000" algn="t"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44"/>
          <p:cNvSpPr/>
          <p:nvPr userDrawn="1">
            <p:custDataLst>
              <p:tags r:id="rId4"/>
            </p:custDataLst>
          </p:nvPr>
        </p:nvSpPr>
        <p:spPr>
          <a:xfrm>
            <a:off x="9695582" y="494329"/>
            <a:ext cx="253616" cy="253616"/>
          </a:xfrm>
          <a:prstGeom prst="ellipse">
            <a:avLst/>
          </a:prstGeom>
          <a:gradFill flip="none" rotWithShape="1">
            <a:gsLst>
              <a:gs pos="80000">
                <a:schemeClr val="accent3"/>
              </a:gs>
              <a:gs pos="100000">
                <a:schemeClr val="accent3"/>
              </a:gs>
              <a:gs pos="15000">
                <a:schemeClr val="accent3">
                  <a:lumMod val="40000"/>
                  <a:lumOff val="60000"/>
                </a:schemeClr>
              </a:gs>
              <a:gs pos="45000">
                <a:schemeClr val="accent3">
                  <a:lumMod val="60000"/>
                  <a:lumOff val="40000"/>
                </a:schemeClr>
              </a:gs>
            </a:gsLst>
            <a:lin ang="2700000" scaled="1"/>
            <a:tileRect/>
          </a:gradFill>
          <a:ln>
            <a:noFill/>
          </a:ln>
          <a:effectLst>
            <a:outerShdw blurRad="457200" dist="190500" dir="5400000" sx="94000" sy="94000" algn="t" rotWithShape="0">
              <a:prstClr val="black">
                <a:alpha val="22000"/>
              </a:prstClr>
            </a:outerShdw>
            <a:softEdge rad="76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45"/>
          <p:cNvSpPr/>
          <p:nvPr userDrawn="1">
            <p:custDataLst>
              <p:tags r:id="rId5"/>
            </p:custDataLst>
          </p:nvPr>
        </p:nvSpPr>
        <p:spPr>
          <a:xfrm>
            <a:off x="11521826" y="1654105"/>
            <a:ext cx="815754" cy="815754"/>
          </a:xfrm>
          <a:prstGeom prst="ellipse">
            <a:avLst/>
          </a:prstGeom>
          <a:gradFill>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0"/>
          </a:gradFill>
          <a:ln>
            <a:noFill/>
          </a:ln>
          <a:effectLst>
            <a:outerShdw blurRad="381000" dist="444500" dir="8100000" sx="90000" sy="90000" algn="tr" rotWithShape="0">
              <a:prstClr val="black">
                <a:alpha val="10000"/>
              </a:prstClr>
            </a:outerShdw>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51"/>
          <p:cNvSpPr/>
          <p:nvPr userDrawn="1">
            <p:custDataLst>
              <p:tags r:id="rId6"/>
            </p:custDataLst>
          </p:nvPr>
        </p:nvSpPr>
        <p:spPr>
          <a:xfrm>
            <a:off x="10452039" y="99491"/>
            <a:ext cx="1586552" cy="1211830"/>
          </a:xfrm>
          <a:custGeom>
            <a:avLst/>
            <a:gdLst>
              <a:gd name="connsiteX0" fmla="*/ 339956 w 1104153"/>
              <a:gd name="connsiteY0" fmla="*/ 0 h 843368"/>
              <a:gd name="connsiteX1" fmla="*/ 1103073 w 1104153"/>
              <a:gd name="connsiteY1" fmla="*/ 688648 h 843368"/>
              <a:gd name="connsiteX2" fmla="*/ 1104153 w 1104153"/>
              <a:gd name="connsiteY2" fmla="*/ 710038 h 843368"/>
              <a:gd name="connsiteX3" fmla="*/ 1086849 w 1104153"/>
              <a:gd name="connsiteY3" fmla="*/ 724315 h 843368"/>
              <a:gd name="connsiteX4" fmla="*/ 697096 w 1104153"/>
              <a:gd name="connsiteY4" fmla="*/ 843368 h 843368"/>
              <a:gd name="connsiteX5" fmla="*/ 0 w 1104153"/>
              <a:gd name="connsiteY5" fmla="*/ 146272 h 843368"/>
              <a:gd name="connsiteX6" fmla="*/ 6776 w 1104153"/>
              <a:gd name="connsiteY6" fmla="*/ 79061 h 843368"/>
              <a:gd name="connsiteX7" fmla="*/ 41375 w 1104153"/>
              <a:gd name="connsiteY7" fmla="*/ 60281 h 843368"/>
              <a:gd name="connsiteX8" fmla="*/ 339956 w 1104153"/>
              <a:gd name="connsiteY8" fmla="*/ 0 h 843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4153" h="843368">
                <a:moveTo>
                  <a:pt x="339956" y="0"/>
                </a:moveTo>
                <a:cubicBezTo>
                  <a:pt x="737123" y="0"/>
                  <a:pt x="1063791" y="301845"/>
                  <a:pt x="1103073" y="688648"/>
                </a:cubicBezTo>
                <a:lnTo>
                  <a:pt x="1104153" y="710038"/>
                </a:lnTo>
                <a:lnTo>
                  <a:pt x="1086849" y="724315"/>
                </a:lnTo>
                <a:cubicBezTo>
                  <a:pt x="975592" y="799479"/>
                  <a:pt x="841469" y="843368"/>
                  <a:pt x="697096" y="843368"/>
                </a:cubicBezTo>
                <a:cubicBezTo>
                  <a:pt x="312101" y="843368"/>
                  <a:pt x="0" y="531267"/>
                  <a:pt x="0" y="146272"/>
                </a:cubicBezTo>
                <a:lnTo>
                  <a:pt x="6776" y="79061"/>
                </a:lnTo>
                <a:lnTo>
                  <a:pt x="41375" y="60281"/>
                </a:lnTo>
                <a:cubicBezTo>
                  <a:pt x="133147" y="21465"/>
                  <a:pt x="234045" y="0"/>
                  <a:pt x="339956" y="0"/>
                </a:cubicBezTo>
                <a:close/>
              </a:path>
            </a:pathLst>
          </a:custGeom>
          <a:gradFill>
            <a:gsLst>
              <a:gs pos="80000">
                <a:schemeClr val="accent1"/>
              </a:gs>
              <a:gs pos="100000">
                <a:schemeClr val="accent1"/>
              </a:gs>
              <a:gs pos="15000">
                <a:schemeClr val="accent1">
                  <a:lumMod val="40000"/>
                  <a:lumOff val="60000"/>
                </a:schemeClr>
              </a:gs>
              <a:gs pos="45000">
                <a:schemeClr val="accent1">
                  <a:lumMod val="60000"/>
                  <a:lumOff val="40000"/>
                </a:schemeClr>
              </a:gs>
            </a:gsLst>
            <a:lin ang="2700000" scaled="0"/>
          </a:gradFill>
          <a:ln>
            <a:noFill/>
          </a:ln>
          <a:effectLst>
            <a:outerShdw blurRad="381000" dist="444500" dir="8100000" sx="90000" sy="90000" algn="tr" rotWithShape="0">
              <a:prstClr val="black">
                <a:alpha val="10000"/>
              </a:prstClr>
            </a:outerShdw>
            <a:softEdge rad="2413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Oval 47"/>
          <p:cNvSpPr/>
          <p:nvPr userDrawn="1">
            <p:custDataLst>
              <p:tags r:id="rId7"/>
            </p:custDataLst>
          </p:nvPr>
        </p:nvSpPr>
        <p:spPr>
          <a:xfrm>
            <a:off x="10268952" y="286117"/>
            <a:ext cx="1534154" cy="1534154"/>
          </a:xfrm>
          <a:prstGeom prst="ellipse">
            <a:avLst/>
          </a:prstGeom>
          <a:solidFill>
            <a:schemeClr val="bg1">
              <a:alpha val="8000"/>
            </a:schemeClr>
          </a:solidFill>
          <a:ln w="15875">
            <a:gradFill flip="none" rotWithShape="1">
              <a:gsLst>
                <a:gs pos="0">
                  <a:schemeClr val="bg1">
                    <a:alpha val="60000"/>
                  </a:schemeClr>
                </a:gs>
                <a:gs pos="50000">
                  <a:schemeClr val="bg1">
                    <a:alpha val="0"/>
                  </a:schemeClr>
                </a:gs>
                <a:gs pos="100000">
                  <a:schemeClr val="bg1">
                    <a:alpha val="60000"/>
                  </a:schemeClr>
                </a:gs>
              </a:gsLst>
              <a:lin ang="189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标题 4"/>
          <p:cNvSpPr>
            <a:spLocks noGrp="1"/>
          </p:cNvSpPr>
          <p:nvPr>
            <p:ph type="title"/>
          </p:nvPr>
        </p:nvSpPr>
        <p:spPr>
          <a:xfrm>
            <a:off x="1284181" y="365125"/>
            <a:ext cx="9503834" cy="721467"/>
          </a:xfrm>
          <a:prstGeom prst="rect">
            <a:avLst/>
          </a:prstGeom>
        </p:spPr>
        <p:txBody>
          <a:bodyPr/>
          <a:lstStyle>
            <a:lvl1pPr>
              <a:defRPr sz="36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kumimoji="1" lang="zh-CN" altLang="en-US" dirty="0"/>
              <a:t>单击此处编辑母版标题样式</a:t>
            </a:r>
            <a:endParaRPr kumimoji="1" lang="zh-CN" altLang="en-US" dirty="0"/>
          </a:p>
        </p:txBody>
      </p:sp>
      <p:pic>
        <p:nvPicPr>
          <p:cNvPr id="6" name="图片 5"/>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447349" y="397482"/>
            <a:ext cx="466407" cy="466407"/>
          </a:xfrm>
          <a:prstGeom prst="rect">
            <a:avLst/>
          </a:prstGeom>
        </p:spPr>
      </p:pic>
      <p:cxnSp>
        <p:nvCxnSpPr>
          <p:cNvPr id="7" name="直接连接符 15"/>
          <p:cNvCxnSpPr/>
          <p:nvPr userDrawn="1"/>
        </p:nvCxnSpPr>
        <p:spPr>
          <a:xfrm flipV="1">
            <a:off x="1098968" y="397482"/>
            <a:ext cx="0" cy="46640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3434715" y="365094"/>
            <a:ext cx="7772400" cy="6381811"/>
          </a:xfrm>
          <a:prstGeom prst="rect">
            <a:avLst/>
          </a:prstGeom>
        </p:spPr>
      </p:pic>
      <p:sp>
        <p:nvSpPr>
          <p:cNvPr id="4" name="内容占位符 3"/>
          <p:cNvSpPr>
            <a:spLocks noGrp="1"/>
          </p:cNvSpPr>
          <p:nvPr>
            <p:ph sz="quarter" idx="10" hasCustomPrompt="1"/>
          </p:nvPr>
        </p:nvSpPr>
        <p:spPr>
          <a:xfrm>
            <a:off x="609600" y="1323975"/>
            <a:ext cx="10915650" cy="4962525"/>
          </a:xfrm>
          <a:prstGeom prst="rect">
            <a:avLst/>
          </a:prstGeom>
        </p:spPr>
        <p:txBody>
          <a:bodyPr/>
          <a:lstStyle>
            <a:lvl1pPr>
              <a:defRPr sz="2000" b="1">
                <a:solidFill>
                  <a:schemeClr val="tx2"/>
                </a:solidFill>
              </a:defRPr>
            </a:lvl1pPr>
            <a:lvl2pPr marL="447675" indent="-180975">
              <a:defRPr sz="1800"/>
            </a:lvl2pPr>
            <a:lvl3pPr marL="714375" indent="-228600">
              <a:defRPr sz="1600"/>
            </a:lvl3pPr>
            <a:lvl4pPr marL="990600" indent="-228600">
              <a:defRPr sz="1200"/>
            </a:lvl4pPr>
            <a:lvl5pPr marL="1162050" indent="-228600">
              <a:defRPr sz="11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标题 4"/>
          <p:cNvSpPr>
            <a:spLocks noGrp="1"/>
          </p:cNvSpPr>
          <p:nvPr>
            <p:ph type="title"/>
          </p:nvPr>
        </p:nvSpPr>
        <p:spPr>
          <a:xfrm>
            <a:off x="1284181" y="365125"/>
            <a:ext cx="9503834" cy="721467"/>
          </a:xfrm>
          <a:prstGeom prst="rect">
            <a:avLst/>
          </a:prstGeom>
        </p:spPr>
        <p:txBody>
          <a:bodyPr/>
          <a:lstStyle>
            <a:lvl1pPr>
              <a:defRPr sz="36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kumimoji="1" lang="zh-CN" altLang="en-US" dirty="0"/>
              <a:t>单击此处编辑母版标题样式</a:t>
            </a:r>
            <a:endParaRPr kumimoji="1" lang="zh-CN" altLang="en-US" dirty="0"/>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7349" y="397482"/>
            <a:ext cx="466407" cy="466407"/>
          </a:xfrm>
          <a:prstGeom prst="rect">
            <a:avLst/>
          </a:prstGeom>
        </p:spPr>
      </p:pic>
      <p:cxnSp>
        <p:nvCxnSpPr>
          <p:cNvPr id="12" name="直接连接符 15"/>
          <p:cNvCxnSpPr/>
          <p:nvPr userDrawn="1"/>
        </p:nvCxnSpPr>
        <p:spPr>
          <a:xfrm flipV="1">
            <a:off x="1098968" y="397482"/>
            <a:ext cx="0" cy="46640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ual Panel">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3434715" y="365094"/>
            <a:ext cx="7772400" cy="6381811"/>
          </a:xfrm>
          <a:prstGeom prst="rect">
            <a:avLst/>
          </a:prstGeom>
        </p:spPr>
      </p:pic>
      <p:sp>
        <p:nvSpPr>
          <p:cNvPr id="7" name="标题 6"/>
          <p:cNvSpPr>
            <a:spLocks noGrp="1"/>
          </p:cNvSpPr>
          <p:nvPr>
            <p:ph type="title"/>
          </p:nvPr>
        </p:nvSpPr>
        <p:spPr>
          <a:xfrm>
            <a:off x="1284181" y="365125"/>
            <a:ext cx="9503834" cy="663575"/>
          </a:xfrm>
          <a:prstGeom prst="rect">
            <a:avLst/>
          </a:prstGeom>
        </p:spPr>
        <p:txBody>
          <a:bodyPr/>
          <a:lstStyle>
            <a:lvl1pPr>
              <a:defRPr sz="3600" b="1" i="0">
                <a:solidFill>
                  <a:schemeClr val="tx2"/>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defRPr>
            </a:lvl1pPr>
          </a:lstStyle>
          <a:p>
            <a:r>
              <a:rPr kumimoji="1" lang="zh-CN" altLang="en-US" dirty="0"/>
              <a:t>单击此处编辑母版标题样式</a:t>
            </a:r>
            <a:endParaRPr kumimoji="1" lang="zh-CN" altLang="en-US" dirty="0"/>
          </a:p>
        </p:txBody>
      </p:sp>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7349" y="397482"/>
            <a:ext cx="466407" cy="466407"/>
          </a:xfrm>
          <a:prstGeom prst="rect">
            <a:avLst/>
          </a:prstGeom>
        </p:spPr>
      </p:pic>
      <p:cxnSp>
        <p:nvCxnSpPr>
          <p:cNvPr id="9" name="直接连接符 15"/>
          <p:cNvCxnSpPr/>
          <p:nvPr userDrawn="1"/>
        </p:nvCxnSpPr>
        <p:spPr>
          <a:xfrm flipV="1">
            <a:off x="1098968" y="397482"/>
            <a:ext cx="0" cy="466407"/>
          </a:xfrm>
          <a:prstGeom prst="line">
            <a:avLst/>
          </a:prstGeom>
          <a:ln w="127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内容占位符 3"/>
          <p:cNvSpPr>
            <a:spLocks noGrp="1"/>
          </p:cNvSpPr>
          <p:nvPr>
            <p:ph sz="quarter" idx="10" hasCustomPrompt="1"/>
          </p:nvPr>
        </p:nvSpPr>
        <p:spPr>
          <a:xfrm>
            <a:off x="688770" y="1323973"/>
            <a:ext cx="5159828" cy="4962525"/>
          </a:xfrm>
          <a:prstGeom prst="rect">
            <a:avLst/>
          </a:prstGeom>
        </p:spPr>
        <p:txBody>
          <a:bodyPr/>
          <a:lstStyle>
            <a:lvl1pPr>
              <a:defRPr sz="2000" b="1">
                <a:solidFill>
                  <a:schemeClr val="tx2"/>
                </a:solidFill>
              </a:defRPr>
            </a:lvl1pPr>
            <a:lvl2pPr>
              <a:defRPr sz="1800"/>
            </a:lvl2pPr>
            <a:lvl3pPr>
              <a:defRPr sz="1600"/>
            </a:lvl3pPr>
            <a:lvl4pPr>
              <a:defRPr sz="1400"/>
            </a:lvl4pPr>
            <a:lvl5pPr>
              <a:defRPr sz="14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内容占位符 3"/>
          <p:cNvSpPr>
            <a:spLocks noGrp="1"/>
          </p:cNvSpPr>
          <p:nvPr>
            <p:ph sz="quarter" idx="11" hasCustomPrompt="1"/>
          </p:nvPr>
        </p:nvSpPr>
        <p:spPr>
          <a:xfrm>
            <a:off x="6329548" y="1323974"/>
            <a:ext cx="5219205" cy="4962525"/>
          </a:xfrm>
          <a:prstGeom prst="rect">
            <a:avLst/>
          </a:prstGeom>
        </p:spPr>
        <p:txBody>
          <a:bodyPr/>
          <a:lstStyle>
            <a:lvl1pPr>
              <a:defRPr sz="2000" b="1">
                <a:solidFill>
                  <a:schemeClr val="tx2"/>
                </a:solidFill>
              </a:defRPr>
            </a:lvl1pPr>
            <a:lvl2pPr>
              <a:defRPr sz="1800"/>
            </a:lvl2pPr>
            <a:lvl3pPr>
              <a:defRPr sz="1600"/>
            </a:lvl3pPr>
            <a:lvl4pPr>
              <a:defRPr sz="1400"/>
            </a:lvl4pPr>
            <a:lvl5pPr>
              <a:defRPr sz="1400"/>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2_Custom Layout">
    <p:spTree>
      <p:nvGrpSpPr>
        <p:cNvPr id="1" name=""/>
        <p:cNvGrpSpPr/>
        <p:nvPr/>
      </p:nvGrpSpPr>
      <p:grpSpPr>
        <a:xfrm>
          <a:off x="0" y="0"/>
          <a:ext cx="0" cy="0"/>
          <a:chOff x="0" y="0"/>
          <a:chExt cx="0" cy="0"/>
        </a:xfrm>
      </p:grpSpPr>
      <p:grpSp>
        <p:nvGrpSpPr>
          <p:cNvPr id="3" name="Arrow button"/>
          <p:cNvGrpSpPr/>
          <p:nvPr userDrawn="1"/>
        </p:nvGrpSpPr>
        <p:grpSpPr>
          <a:xfrm flipH="1" flipV="1">
            <a:off x="11611207" y="3221151"/>
            <a:ext cx="415698" cy="415698"/>
            <a:chOff x="1860372" y="5033457"/>
            <a:chExt cx="263754" cy="263754"/>
          </a:xfrm>
        </p:grpSpPr>
        <p:sp useBgFill="1">
          <p:nvSpPr>
            <p:cNvPr id="4" name="Oval 3"/>
            <p:cNvSpPr/>
            <p:nvPr/>
          </p:nvSpPr>
          <p:spPr>
            <a:xfrm rot="5400000">
              <a:off x="1860372" y="5033457"/>
              <a:ext cx="263754" cy="263754"/>
            </a:xfrm>
            <a:prstGeom prst="ellipse">
              <a:avLst/>
            </a:prstGeom>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5" name="Freeform: Shape 4"/>
            <p:cNvSpPr/>
            <p:nvPr/>
          </p:nvSpPr>
          <p:spPr>
            <a:xfrm rot="5400000">
              <a:off x="1932384" y="5128495"/>
              <a:ext cx="119731" cy="73681"/>
            </a:xfrm>
            <a:custGeom>
              <a:avLst/>
              <a:gdLst>
                <a:gd name="connsiteX0" fmla="*/ 133984 w 148392"/>
                <a:gd name="connsiteY0" fmla="*/ 88463 h 91318"/>
                <a:gd name="connsiteX1" fmla="*/ 125914 w 148392"/>
                <a:gd name="connsiteY1" fmla="*/ 85118 h 91318"/>
                <a:gd name="connsiteX2" fmla="*/ 76910 w 148392"/>
                <a:gd name="connsiteY2" fmla="*/ 36114 h 91318"/>
                <a:gd name="connsiteX3" fmla="*/ 27906 w 148392"/>
                <a:gd name="connsiteY3" fmla="*/ 85118 h 91318"/>
                <a:gd name="connsiteX4" fmla="*/ 11765 w 148392"/>
                <a:gd name="connsiteY4" fmla="*/ 84837 h 91318"/>
                <a:gd name="connsiteX5" fmla="*/ 11765 w 148392"/>
                <a:gd name="connsiteY5" fmla="*/ 68977 h 91318"/>
                <a:gd name="connsiteX6" fmla="*/ 68840 w 148392"/>
                <a:gd name="connsiteY6" fmla="*/ 11903 h 91318"/>
                <a:gd name="connsiteX7" fmla="*/ 84980 w 148392"/>
                <a:gd name="connsiteY7" fmla="*/ 11903 h 91318"/>
                <a:gd name="connsiteX8" fmla="*/ 142054 w 148392"/>
                <a:gd name="connsiteY8" fmla="*/ 68977 h 91318"/>
                <a:gd name="connsiteX9" fmla="*/ 142052 w 148392"/>
                <a:gd name="connsiteY9" fmla="*/ 85120 h 91318"/>
                <a:gd name="connsiteX10" fmla="*/ 133984 w 148392"/>
                <a:gd name="connsiteY10" fmla="*/ 88463 h 9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392" h="91318">
                  <a:moveTo>
                    <a:pt x="133984" y="88463"/>
                  </a:moveTo>
                  <a:cubicBezTo>
                    <a:pt x="130957" y="88461"/>
                    <a:pt x="128054" y="87258"/>
                    <a:pt x="125914" y="85118"/>
                  </a:cubicBezTo>
                  <a:lnTo>
                    <a:pt x="76910" y="36114"/>
                  </a:lnTo>
                  <a:lnTo>
                    <a:pt x="27906" y="85118"/>
                  </a:lnTo>
                  <a:cubicBezTo>
                    <a:pt x="23371" y="89498"/>
                    <a:pt x="16145" y="89372"/>
                    <a:pt x="11765" y="84837"/>
                  </a:cubicBezTo>
                  <a:cubicBezTo>
                    <a:pt x="7493" y="80414"/>
                    <a:pt x="7493" y="73401"/>
                    <a:pt x="11765" y="68977"/>
                  </a:cubicBezTo>
                  <a:lnTo>
                    <a:pt x="68840" y="11903"/>
                  </a:lnTo>
                  <a:cubicBezTo>
                    <a:pt x="73297" y="7447"/>
                    <a:pt x="80523" y="7447"/>
                    <a:pt x="84980" y="11903"/>
                  </a:cubicBezTo>
                  <a:lnTo>
                    <a:pt x="142054" y="68977"/>
                  </a:lnTo>
                  <a:cubicBezTo>
                    <a:pt x="146512" y="73436"/>
                    <a:pt x="146511" y="80663"/>
                    <a:pt x="142052" y="85120"/>
                  </a:cubicBezTo>
                  <a:cubicBezTo>
                    <a:pt x="139912" y="87259"/>
                    <a:pt x="137010" y="88461"/>
                    <a:pt x="133984" y="88463"/>
                  </a:cubicBezTo>
                  <a:close/>
                </a:path>
              </a:pathLst>
            </a:custGeom>
            <a:solidFill>
              <a:schemeClr val="tx1">
                <a:lumMod val="85000"/>
                <a:lumOff val="15000"/>
              </a:schemeClr>
            </a:solidFill>
            <a:ln w="9525" cap="flat">
              <a:noFill/>
              <a:prstDash val="solid"/>
              <a:miter/>
            </a:ln>
          </p:spPr>
          <p:txBody>
            <a:bodyPr rtlCol="0" anchor="ctr"/>
            <a:lstStyle/>
            <a:p>
              <a:endParaRPr lang="en-US" dirty="0"/>
            </a:p>
          </p:txBody>
        </p:sp>
      </p:grpSp>
      <p:sp>
        <p:nvSpPr>
          <p:cNvPr id="21" name="矩形 20"/>
          <p:cNvSpPr/>
          <p:nvPr userDrawn="1"/>
        </p:nvSpPr>
        <p:spPr>
          <a:xfrm>
            <a:off x="12538363" y="434080"/>
            <a:ext cx="665018" cy="665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2" name="矩形 21"/>
          <p:cNvSpPr/>
          <p:nvPr userDrawn="1"/>
        </p:nvSpPr>
        <p:spPr>
          <a:xfrm>
            <a:off x="13203381" y="434080"/>
            <a:ext cx="665018" cy="665018"/>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userDrawn="1"/>
        </p:nvSpPr>
        <p:spPr>
          <a:xfrm>
            <a:off x="13868399" y="434080"/>
            <a:ext cx="665018" cy="6650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p:cNvSpPr txBox="1"/>
          <p:nvPr userDrawn="1"/>
        </p:nvSpPr>
        <p:spPr>
          <a:xfrm>
            <a:off x="12538363" y="-36974"/>
            <a:ext cx="1107996" cy="369332"/>
          </a:xfrm>
          <a:prstGeom prst="rect">
            <a:avLst/>
          </a:prstGeom>
          <a:noFill/>
        </p:spPr>
        <p:txBody>
          <a:bodyPr wrap="none" rtlCol="0">
            <a:spAutoFit/>
          </a:bodyPr>
          <a:lstStyle/>
          <a:p>
            <a:r>
              <a:rPr kumimoji="1" lang="zh-CN" altLang="en-US" dirty="0"/>
              <a:t>文本颜色</a:t>
            </a:r>
            <a:endParaRPr kumimoji="1" lang="zh-CN" altLang="en-US" dirty="0"/>
          </a:p>
        </p:txBody>
      </p:sp>
      <p:sp>
        <p:nvSpPr>
          <p:cNvPr id="25" name="矩形 24"/>
          <p:cNvSpPr/>
          <p:nvPr userDrawn="1"/>
        </p:nvSpPr>
        <p:spPr>
          <a:xfrm>
            <a:off x="12538364" y="1671874"/>
            <a:ext cx="665018" cy="665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
        <p:nvSpPr>
          <p:cNvPr id="26" name="矩形 25"/>
          <p:cNvSpPr/>
          <p:nvPr userDrawn="1"/>
        </p:nvSpPr>
        <p:spPr>
          <a:xfrm>
            <a:off x="13203382" y="1671874"/>
            <a:ext cx="665018" cy="665018"/>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p:cNvSpPr/>
          <p:nvPr userDrawn="1"/>
        </p:nvSpPr>
        <p:spPr>
          <a:xfrm>
            <a:off x="13868400" y="1671874"/>
            <a:ext cx="665018" cy="66501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p:cNvSpPr txBox="1"/>
          <p:nvPr userDrawn="1"/>
        </p:nvSpPr>
        <p:spPr>
          <a:xfrm>
            <a:off x="12538364" y="1200820"/>
            <a:ext cx="1107996" cy="369332"/>
          </a:xfrm>
          <a:prstGeom prst="rect">
            <a:avLst/>
          </a:prstGeom>
          <a:noFill/>
        </p:spPr>
        <p:txBody>
          <a:bodyPr wrap="none" rtlCol="0">
            <a:spAutoFit/>
          </a:bodyPr>
          <a:lstStyle/>
          <a:p>
            <a:r>
              <a:rPr kumimoji="1" lang="zh-CN" altLang="en-US" dirty="0"/>
              <a:t>形状颜色</a:t>
            </a:r>
            <a:endParaRPr kumimoji="1" lang="zh-CN" altLang="en-US" dirty="0"/>
          </a:p>
        </p:txBody>
      </p:sp>
      <p:sp>
        <p:nvSpPr>
          <p:cNvPr id="29" name="矩形 28"/>
          <p:cNvSpPr/>
          <p:nvPr userDrawn="1"/>
        </p:nvSpPr>
        <p:spPr>
          <a:xfrm>
            <a:off x="12538364" y="2489292"/>
            <a:ext cx="665018" cy="6650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2"/>
              </a:solidFill>
            </a:endParaRPr>
          </a:p>
        </p:txBody>
      </p:sp>
      <p:sp>
        <p:nvSpPr>
          <p:cNvPr id="30" name="矩形 29"/>
          <p:cNvSpPr/>
          <p:nvPr userDrawn="1"/>
        </p:nvSpPr>
        <p:spPr>
          <a:xfrm>
            <a:off x="13203382" y="2489292"/>
            <a:ext cx="665018" cy="665018"/>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矩形 30"/>
          <p:cNvSpPr/>
          <p:nvPr userDrawn="1"/>
        </p:nvSpPr>
        <p:spPr>
          <a:xfrm>
            <a:off x="13868400" y="2489292"/>
            <a:ext cx="665018" cy="66501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矩形 31"/>
          <p:cNvSpPr/>
          <p:nvPr userDrawn="1"/>
        </p:nvSpPr>
        <p:spPr>
          <a:xfrm>
            <a:off x="12538363" y="3761457"/>
            <a:ext cx="1995045" cy="665018"/>
          </a:xfrm>
          <a:prstGeom prst="rect">
            <a:avLst/>
          </a:prstGeom>
          <a:gradFill>
            <a:gsLst>
              <a:gs pos="80000">
                <a:schemeClr val="tx2"/>
              </a:gs>
              <a:gs pos="45000">
                <a:schemeClr val="tx2">
                  <a:lumMod val="60000"/>
                  <a:lumOff val="40000"/>
                </a:schemeClr>
              </a:gs>
              <a:gs pos="15000">
                <a:schemeClr val="tx2">
                  <a:lumMod val="40000"/>
                  <a:lumOff val="60000"/>
                </a:schemeClr>
              </a:gs>
              <a:gs pos="100000">
                <a:schemeClr val="tx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
        <p:nvSpPr>
          <p:cNvPr id="33" name="文本框 32"/>
          <p:cNvSpPr txBox="1"/>
          <p:nvPr userDrawn="1"/>
        </p:nvSpPr>
        <p:spPr>
          <a:xfrm>
            <a:off x="12538364" y="3290403"/>
            <a:ext cx="1107996" cy="369332"/>
          </a:xfrm>
          <a:prstGeom prst="rect">
            <a:avLst/>
          </a:prstGeom>
          <a:noFill/>
        </p:spPr>
        <p:txBody>
          <a:bodyPr wrap="none" rtlCol="0">
            <a:spAutoFit/>
          </a:bodyPr>
          <a:lstStyle/>
          <a:p>
            <a:r>
              <a:rPr kumimoji="1" lang="zh-CN" altLang="en-US" dirty="0"/>
              <a:t>渐变颜色</a:t>
            </a:r>
            <a:endParaRPr kumimoji="1" lang="zh-CN" altLang="en-US" dirty="0"/>
          </a:p>
        </p:txBody>
      </p:sp>
      <p:sp>
        <p:nvSpPr>
          <p:cNvPr id="34" name="矩形 33"/>
          <p:cNvSpPr/>
          <p:nvPr userDrawn="1"/>
        </p:nvSpPr>
        <p:spPr>
          <a:xfrm>
            <a:off x="12538363" y="4569638"/>
            <a:ext cx="1995045" cy="665018"/>
          </a:xfrm>
          <a:prstGeom prst="rect">
            <a:avLst/>
          </a:prstGeom>
          <a:gradFill>
            <a:gsLst>
              <a:gs pos="80000">
                <a:schemeClr val="accent2"/>
              </a:gs>
              <a:gs pos="45000">
                <a:schemeClr val="accent2">
                  <a:lumMod val="60000"/>
                  <a:lumOff val="40000"/>
                </a:schemeClr>
              </a:gs>
              <a:gs pos="15000">
                <a:schemeClr val="accent2">
                  <a:lumMod val="40000"/>
                  <a:lumOff val="60000"/>
                </a:schemeClr>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
        <p:nvSpPr>
          <p:cNvPr id="35" name="矩形 34"/>
          <p:cNvSpPr/>
          <p:nvPr userDrawn="1"/>
        </p:nvSpPr>
        <p:spPr>
          <a:xfrm>
            <a:off x="12538363" y="5377819"/>
            <a:ext cx="1995045" cy="665018"/>
          </a:xfrm>
          <a:prstGeom prst="rect">
            <a:avLst/>
          </a:prstGeom>
          <a:gradFill>
            <a:gsLst>
              <a:gs pos="0">
                <a:schemeClr val="bg1"/>
              </a:gs>
              <a:gs pos="100000">
                <a:srgbClr val="E8EBF8"/>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
        <p:nvSpPr>
          <p:cNvPr id="36" name="矩形 35"/>
          <p:cNvSpPr/>
          <p:nvPr userDrawn="1"/>
        </p:nvSpPr>
        <p:spPr>
          <a:xfrm>
            <a:off x="12538363" y="6186001"/>
            <a:ext cx="1995045" cy="665018"/>
          </a:xfrm>
          <a:prstGeom prst="rect">
            <a:avLst/>
          </a:prstGeom>
          <a:gradFill>
            <a:gsLst>
              <a:gs pos="0">
                <a:schemeClr val="tx2"/>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showMasterSp="0" userDrawn="1">
  <p:cSld name="1_Title Slide">
    <p:spTree>
      <p:nvGrpSpPr>
        <p:cNvPr id="1" name=""/>
        <p:cNvGrpSpPr/>
        <p:nvPr/>
      </p:nvGrpSpPr>
      <p:grpSpPr>
        <a:xfrm>
          <a:off x="0" y="0"/>
          <a:ext cx="0" cy="0"/>
          <a:chOff x="0" y="0"/>
          <a:chExt cx="0" cy="0"/>
        </a:xfrm>
      </p:grpSpPr>
      <p:sp>
        <p:nvSpPr>
          <p:cNvPr id="37" name="矩形 36"/>
          <p:cNvSpPr/>
          <p:nvPr userDrawn="1"/>
        </p:nvSpPr>
        <p:spPr>
          <a:xfrm>
            <a:off x="12538363" y="434080"/>
            <a:ext cx="665018" cy="665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8" name="矩形 37"/>
          <p:cNvSpPr/>
          <p:nvPr userDrawn="1"/>
        </p:nvSpPr>
        <p:spPr>
          <a:xfrm>
            <a:off x="13203381" y="434080"/>
            <a:ext cx="665018" cy="665018"/>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p:cNvSpPr/>
          <p:nvPr userDrawn="1"/>
        </p:nvSpPr>
        <p:spPr>
          <a:xfrm>
            <a:off x="13868399" y="434080"/>
            <a:ext cx="665018" cy="6650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文本框 39"/>
          <p:cNvSpPr txBox="1"/>
          <p:nvPr userDrawn="1"/>
        </p:nvSpPr>
        <p:spPr>
          <a:xfrm>
            <a:off x="12538363" y="-36974"/>
            <a:ext cx="1107996" cy="369332"/>
          </a:xfrm>
          <a:prstGeom prst="rect">
            <a:avLst/>
          </a:prstGeom>
          <a:noFill/>
        </p:spPr>
        <p:txBody>
          <a:bodyPr wrap="none" rtlCol="0">
            <a:spAutoFit/>
          </a:bodyPr>
          <a:lstStyle/>
          <a:p>
            <a:r>
              <a:rPr kumimoji="1" lang="zh-CN" altLang="en-US" dirty="0"/>
              <a:t>文本颜色</a:t>
            </a:r>
            <a:endParaRPr kumimoji="1" lang="zh-CN" altLang="en-US" dirty="0"/>
          </a:p>
        </p:txBody>
      </p:sp>
      <p:sp>
        <p:nvSpPr>
          <p:cNvPr id="41" name="矩形 40"/>
          <p:cNvSpPr/>
          <p:nvPr userDrawn="1"/>
        </p:nvSpPr>
        <p:spPr>
          <a:xfrm>
            <a:off x="12538364" y="1671874"/>
            <a:ext cx="665018" cy="66501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
        <p:nvSpPr>
          <p:cNvPr id="42" name="矩形 41"/>
          <p:cNvSpPr/>
          <p:nvPr userDrawn="1"/>
        </p:nvSpPr>
        <p:spPr>
          <a:xfrm>
            <a:off x="13203382" y="1671874"/>
            <a:ext cx="665018" cy="665018"/>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p:cNvSpPr/>
          <p:nvPr userDrawn="1"/>
        </p:nvSpPr>
        <p:spPr>
          <a:xfrm>
            <a:off x="13868400" y="1671874"/>
            <a:ext cx="665018" cy="665018"/>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文本框 43"/>
          <p:cNvSpPr txBox="1"/>
          <p:nvPr userDrawn="1"/>
        </p:nvSpPr>
        <p:spPr>
          <a:xfrm>
            <a:off x="12538364" y="1200820"/>
            <a:ext cx="1107996" cy="369332"/>
          </a:xfrm>
          <a:prstGeom prst="rect">
            <a:avLst/>
          </a:prstGeom>
          <a:noFill/>
        </p:spPr>
        <p:txBody>
          <a:bodyPr wrap="none" rtlCol="0">
            <a:spAutoFit/>
          </a:bodyPr>
          <a:lstStyle/>
          <a:p>
            <a:r>
              <a:rPr kumimoji="1" lang="zh-CN" altLang="en-US" dirty="0"/>
              <a:t>形状颜色</a:t>
            </a:r>
            <a:endParaRPr kumimoji="1" lang="zh-CN" altLang="en-US" dirty="0"/>
          </a:p>
        </p:txBody>
      </p:sp>
      <p:sp>
        <p:nvSpPr>
          <p:cNvPr id="45" name="矩形 44"/>
          <p:cNvSpPr/>
          <p:nvPr userDrawn="1"/>
        </p:nvSpPr>
        <p:spPr>
          <a:xfrm>
            <a:off x="12538364" y="2489292"/>
            <a:ext cx="665018" cy="66501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2"/>
              </a:solidFill>
            </a:endParaRPr>
          </a:p>
        </p:txBody>
      </p:sp>
      <p:sp>
        <p:nvSpPr>
          <p:cNvPr id="46" name="矩形 45"/>
          <p:cNvSpPr/>
          <p:nvPr userDrawn="1"/>
        </p:nvSpPr>
        <p:spPr>
          <a:xfrm>
            <a:off x="13203382" y="2489292"/>
            <a:ext cx="665018" cy="665018"/>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矩形 46"/>
          <p:cNvSpPr/>
          <p:nvPr userDrawn="1"/>
        </p:nvSpPr>
        <p:spPr>
          <a:xfrm>
            <a:off x="13868400" y="2489292"/>
            <a:ext cx="665018" cy="66501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8" name="矩形 47"/>
          <p:cNvSpPr/>
          <p:nvPr userDrawn="1"/>
        </p:nvSpPr>
        <p:spPr>
          <a:xfrm>
            <a:off x="12538363" y="3761457"/>
            <a:ext cx="1995045" cy="665018"/>
          </a:xfrm>
          <a:prstGeom prst="rect">
            <a:avLst/>
          </a:prstGeom>
          <a:gradFill>
            <a:gsLst>
              <a:gs pos="80000">
                <a:schemeClr val="tx2"/>
              </a:gs>
              <a:gs pos="45000">
                <a:schemeClr val="tx2">
                  <a:lumMod val="60000"/>
                  <a:lumOff val="40000"/>
                </a:schemeClr>
              </a:gs>
              <a:gs pos="15000">
                <a:schemeClr val="tx2">
                  <a:lumMod val="40000"/>
                  <a:lumOff val="60000"/>
                </a:schemeClr>
              </a:gs>
              <a:gs pos="100000">
                <a:schemeClr val="tx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
        <p:nvSpPr>
          <p:cNvPr id="49" name="文本框 48"/>
          <p:cNvSpPr txBox="1"/>
          <p:nvPr userDrawn="1"/>
        </p:nvSpPr>
        <p:spPr>
          <a:xfrm>
            <a:off x="12538364" y="3290403"/>
            <a:ext cx="1107996" cy="369332"/>
          </a:xfrm>
          <a:prstGeom prst="rect">
            <a:avLst/>
          </a:prstGeom>
          <a:noFill/>
        </p:spPr>
        <p:txBody>
          <a:bodyPr wrap="none" rtlCol="0">
            <a:spAutoFit/>
          </a:bodyPr>
          <a:lstStyle/>
          <a:p>
            <a:r>
              <a:rPr kumimoji="1" lang="zh-CN" altLang="en-US" dirty="0"/>
              <a:t>渐变颜色</a:t>
            </a:r>
            <a:endParaRPr kumimoji="1" lang="zh-CN" altLang="en-US" dirty="0"/>
          </a:p>
        </p:txBody>
      </p:sp>
      <p:sp>
        <p:nvSpPr>
          <p:cNvPr id="50" name="矩形 49"/>
          <p:cNvSpPr/>
          <p:nvPr userDrawn="1"/>
        </p:nvSpPr>
        <p:spPr>
          <a:xfrm>
            <a:off x="12538363" y="4569638"/>
            <a:ext cx="1995045" cy="665018"/>
          </a:xfrm>
          <a:prstGeom prst="rect">
            <a:avLst/>
          </a:prstGeom>
          <a:gradFill>
            <a:gsLst>
              <a:gs pos="80000">
                <a:schemeClr val="accent2"/>
              </a:gs>
              <a:gs pos="45000">
                <a:schemeClr val="accent2">
                  <a:lumMod val="60000"/>
                  <a:lumOff val="40000"/>
                </a:schemeClr>
              </a:gs>
              <a:gs pos="15000">
                <a:schemeClr val="accent2">
                  <a:lumMod val="40000"/>
                  <a:lumOff val="60000"/>
                </a:schemeClr>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
        <p:nvSpPr>
          <p:cNvPr id="51" name="矩形 50"/>
          <p:cNvSpPr/>
          <p:nvPr userDrawn="1"/>
        </p:nvSpPr>
        <p:spPr>
          <a:xfrm>
            <a:off x="12538363" y="5377819"/>
            <a:ext cx="1995045" cy="665018"/>
          </a:xfrm>
          <a:prstGeom prst="rect">
            <a:avLst/>
          </a:prstGeom>
          <a:gradFill>
            <a:gsLst>
              <a:gs pos="0">
                <a:schemeClr val="bg1"/>
              </a:gs>
              <a:gs pos="100000">
                <a:srgbClr val="E8EBF8"/>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
        <p:nvSpPr>
          <p:cNvPr id="52" name="矩形 51"/>
          <p:cNvSpPr/>
          <p:nvPr userDrawn="1"/>
        </p:nvSpPr>
        <p:spPr>
          <a:xfrm>
            <a:off x="12538363" y="6186001"/>
            <a:ext cx="1995045" cy="665018"/>
          </a:xfrm>
          <a:prstGeom prst="rect">
            <a:avLst/>
          </a:prstGeom>
          <a:gradFill>
            <a:gsLst>
              <a:gs pos="0">
                <a:schemeClr val="tx2"/>
              </a:gs>
              <a:gs pos="10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2"/>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4_Title Slide">
    <p:bg>
      <p:bgPr>
        <a:solidFill>
          <a:schemeClr val="bg2"/>
        </a:solidFill>
        <a:effectLst/>
      </p:bgPr>
    </p:bg>
    <p:spTree>
      <p:nvGrpSpPr>
        <p:cNvPr id="1" name=""/>
        <p:cNvGrpSpPr/>
        <p:nvPr/>
      </p:nvGrpSpPr>
      <p:grpSpPr>
        <a:xfrm>
          <a:off x="0" y="0"/>
          <a:ext cx="0" cy="0"/>
          <a:chOff x="0" y="0"/>
          <a:chExt cx="0" cy="0"/>
        </a:xfrm>
      </p:grpSpPr>
    </p:spTree>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_and_Content">
    <p:spTree>
      <p:nvGrpSpPr>
        <p:cNvPr id="1" name=""/>
        <p:cNvGrpSpPr/>
        <p:nvPr/>
      </p:nvGrpSpPr>
      <p:grpSpPr>
        <a:xfrm>
          <a:off x="0" y="0"/>
          <a:ext cx="0" cy="0"/>
          <a:chOff x="0" y="0"/>
          <a:chExt cx="0" cy="0"/>
        </a:xfrm>
      </p:grpSpPr>
      <p:sp>
        <p:nvSpPr>
          <p:cNvPr id="7" name="Content Placeholder 6"/>
          <p:cNvSpPr>
            <a:spLocks noGrp="1"/>
          </p:cNvSpPr>
          <p:nvPr>
            <p:ph sz="quarter" idx="10"/>
          </p:nvPr>
        </p:nvSpPr>
        <p:spPr>
          <a:xfrm>
            <a:off x="600000" y="1094863"/>
            <a:ext cx="10972800" cy="1546064"/>
          </a:xfrm>
        </p:spPr>
        <p:txBody>
          <a:bodyPr/>
          <a:lstStyle>
            <a:lvl2pPr>
              <a:defRPr lang="en-US" altLang="zh-CN" dirty="0" smtClean="0"/>
            </a:lvl2pPr>
            <a:lvl3pPr>
              <a:defRPr lang="en-US" altLang="zh-CN" dirty="0" smtClean="0"/>
            </a:lvl3pPr>
            <a:lvl4pPr>
              <a:defRPr lang="en-US" altLang="zh-CN" dirty="0" smtClean="0"/>
            </a:lvl4pPr>
            <a:lvl5pPr>
              <a:defRPr lang="zh-CN" altLang="en-US" dirty="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1"/>
          </p:nvPr>
        </p:nvSpPr>
        <p:spPr>
          <a:xfrm>
            <a:off x="6096000" y="6625894"/>
            <a:ext cx="1170755" cy="151200"/>
          </a:xfrm>
        </p:spPr>
        <p:txBody>
          <a:bodyPr/>
          <a:lstStyle/>
          <a:p>
            <a:fld id="{668460B0-3C44-4ED4-9D2B-BB1A4C147B3D}" type="datetime1">
              <a:rPr lang="en-US" altLang="zh-CN" smtClean="0">
                <a:solidFill>
                  <a:srgbClr val="444444">
                    <a:tint val="75000"/>
                  </a:srgbClr>
                </a:solidFill>
              </a:rPr>
            </a:fld>
            <a:endParaRPr lang="zh-CN" altLang="en-US" dirty="0">
              <a:solidFill>
                <a:srgbClr val="444444">
                  <a:tint val="75000"/>
                </a:srgbClr>
              </a:solidFill>
            </a:endParaRPr>
          </a:p>
        </p:txBody>
      </p:sp>
      <p:sp>
        <p:nvSpPr>
          <p:cNvPr id="4" name="页脚占位符 3"/>
          <p:cNvSpPr>
            <a:spLocks noGrp="1"/>
          </p:cNvSpPr>
          <p:nvPr>
            <p:ph type="ftr" sz="quarter" idx="12"/>
          </p:nvPr>
        </p:nvSpPr>
        <p:spPr>
          <a:xfrm>
            <a:off x="3195392" y="6625894"/>
            <a:ext cx="830115" cy="151200"/>
          </a:xfrm>
        </p:spPr>
        <p:txBody>
          <a:bodyPr/>
          <a:lstStyle/>
          <a:p>
            <a:pPr algn="r"/>
            <a:r>
              <a:rPr lang="zh-CN" altLang="en-US" dirty="0">
                <a:solidFill>
                  <a:srgbClr val="444444">
                    <a:lumMod val="60000"/>
                    <a:lumOff val="40000"/>
                  </a:srgbClr>
                </a:solidFill>
              </a:rPr>
              <a:t>机密</a:t>
            </a:r>
            <a:endParaRPr lang="en-US" dirty="0">
              <a:solidFill>
                <a:srgbClr val="444444">
                  <a:lumMod val="60000"/>
                  <a:lumOff val="40000"/>
                </a:srgbClr>
              </a:solidFill>
            </a:endParaRPr>
          </a:p>
        </p:txBody>
      </p:sp>
      <p:sp>
        <p:nvSpPr>
          <p:cNvPr id="5" name="灯片编号占位符 4"/>
          <p:cNvSpPr>
            <a:spLocks noGrp="1"/>
          </p:cNvSpPr>
          <p:nvPr>
            <p:ph type="sldNum" sz="quarter" idx="13"/>
          </p:nvPr>
        </p:nvSpPr>
        <p:spPr>
          <a:xfrm>
            <a:off x="596900" y="6625894"/>
            <a:ext cx="528000" cy="151200"/>
          </a:xfrm>
        </p:spPr>
        <p:txBody>
          <a:bodyPr/>
          <a:lstStyle/>
          <a:p>
            <a:fld id="{DBD5246C-868F-410A-AE52-FE248EDADC46}" type="slidenum">
              <a:rPr lang="en-US" smtClean="0">
                <a:solidFill>
                  <a:srgbClr val="444444">
                    <a:lumMod val="60000"/>
                    <a:lumOff val="40000"/>
                  </a:srgbClr>
                </a:solidFill>
              </a:rPr>
            </a:fld>
            <a:endParaRPr lang="en-US" dirty="0">
              <a:solidFill>
                <a:srgbClr val="444444">
                  <a:lumMod val="60000"/>
                  <a:lumOff val="40000"/>
                </a:srgbClr>
              </a:solidFill>
            </a:endParaRPr>
          </a:p>
        </p:txBody>
      </p:sp>
      <p:sp>
        <p:nvSpPr>
          <p:cNvPr id="6" name="标题 5"/>
          <p:cNvSpPr>
            <a:spLocks noGrp="1"/>
          </p:cNvSpPr>
          <p:nvPr>
            <p:ph type="title"/>
          </p:nvPr>
        </p:nvSpPr>
        <p:spPr>
          <a:xfrm>
            <a:off x="587072" y="38100"/>
            <a:ext cx="10985500" cy="792000"/>
          </a:xfrm>
        </p:spPr>
        <p:txBody>
          <a:bodyPr/>
          <a:lstStyle/>
          <a:p>
            <a:r>
              <a:rPr lang="zh-CN" altLang="en-US" dirty="0"/>
              <a:t>单击此处编辑母版标题样式</a:t>
            </a:r>
            <a:endParaRPr lang="zh-CN" altLang="en-US" dirty="0"/>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rgbClr val="F2F4F8"/>
            </a:gs>
            <a:gs pos="100000">
              <a:srgbClr val="E1E6EF"/>
            </a:gs>
          </a:gsLst>
          <a:lin ang="2700000" scaled="0"/>
        </a:gradFill>
        <a:effectLst/>
      </p:bgPr>
    </p:bg>
    <p:spTree>
      <p:nvGrpSpPr>
        <p:cNvPr id="1" name=""/>
        <p:cNvGrpSpPr/>
        <p:nvPr/>
      </p:nvGrpSpPr>
      <p:grpSpPr>
        <a:xfrm>
          <a:off x="0" y="0"/>
          <a:ext cx="0" cy="0"/>
          <a:chOff x="0" y="0"/>
          <a:chExt cx="0" cy="0"/>
        </a:xfrm>
      </p:grpSpPr>
      <p:sp>
        <p:nvSpPr>
          <p:cNvPr id="10" name="TextBox 9"/>
          <p:cNvSpPr txBox="1"/>
          <p:nvPr userDrawn="1"/>
        </p:nvSpPr>
        <p:spPr>
          <a:xfrm rot="10800000" flipV="1">
            <a:off x="11262360" y="6102874"/>
            <a:ext cx="680528" cy="306705"/>
          </a:xfrm>
          <a:prstGeom prst="rect">
            <a:avLst/>
          </a:prstGeom>
          <a:noFill/>
        </p:spPr>
        <p:txBody>
          <a:bodyPr wrap="square" rtlCol="0">
            <a:spAutoFit/>
          </a:bodyPr>
          <a:lstStyle/>
          <a:p>
            <a:pPr algn="r">
              <a:lnSpc>
                <a:spcPct val="100000"/>
              </a:lnSpc>
            </a:pPr>
            <a:fld id="{260E2A6B-A809-4840-BF14-8648BC0BDF87}" type="slidenum">
              <a:rPr lang="id-ID" sz="1400" b="1" i="0" smtClean="0">
                <a:solidFill>
                  <a:schemeClr val="tx1">
                    <a:lumMod val="85000"/>
                    <a:lumOff val="15000"/>
                  </a:schemeClr>
                </a:solidFill>
                <a:effectLst/>
                <a:latin typeface="阿里巴巴普惠体 R" panose="00020600040101010101" charset="-122"/>
                <a:ea typeface="阿里巴巴普惠体 R" panose="00020600040101010101" charset="-122"/>
                <a:cs typeface="AiDeep" panose="02000500000000000000" charset="0"/>
              </a:rPr>
            </a:fld>
            <a:endParaRPr lang="id-ID" sz="1400" b="1" i="0" dirty="0">
              <a:solidFill>
                <a:schemeClr val="tx1">
                  <a:lumMod val="85000"/>
                  <a:lumOff val="15000"/>
                </a:schemeClr>
              </a:solidFill>
              <a:effectLst/>
              <a:latin typeface="阿里巴巴普惠体 R" panose="00020600040101010101" charset="-122"/>
              <a:ea typeface="阿里巴巴普惠体 R" panose="00020600040101010101" charset="-122"/>
              <a:cs typeface="AiDeep" panose="02000500000000000000" charset="0"/>
            </a:endParaRPr>
          </a:p>
        </p:txBody>
      </p:sp>
      <p:grpSp>
        <p:nvGrpSpPr>
          <p:cNvPr id="31" name="Arrow button"/>
          <p:cNvGrpSpPr/>
          <p:nvPr userDrawn="1"/>
        </p:nvGrpSpPr>
        <p:grpSpPr>
          <a:xfrm flipH="1" flipV="1">
            <a:off x="11611207" y="3221151"/>
            <a:ext cx="415698" cy="415698"/>
            <a:chOff x="1860372" y="5033457"/>
            <a:chExt cx="263754" cy="263754"/>
          </a:xfrm>
        </p:grpSpPr>
        <p:sp useBgFill="1">
          <p:nvSpPr>
            <p:cNvPr id="32" name="Oval 31"/>
            <p:cNvSpPr/>
            <p:nvPr/>
          </p:nvSpPr>
          <p:spPr>
            <a:xfrm rot="5400000">
              <a:off x="1860372" y="5033457"/>
              <a:ext cx="263754" cy="263754"/>
            </a:xfrm>
            <a:prstGeom prst="ellipse">
              <a:avLst/>
            </a:prstGeom>
            <a:ln w="190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dirty="0"/>
            </a:p>
          </p:txBody>
        </p:sp>
        <p:sp>
          <p:nvSpPr>
            <p:cNvPr id="33" name="Freeform: Shape 32"/>
            <p:cNvSpPr/>
            <p:nvPr/>
          </p:nvSpPr>
          <p:spPr>
            <a:xfrm rot="5400000">
              <a:off x="1932384" y="5128495"/>
              <a:ext cx="119731" cy="73681"/>
            </a:xfrm>
            <a:custGeom>
              <a:avLst/>
              <a:gdLst>
                <a:gd name="connsiteX0" fmla="*/ 133984 w 148392"/>
                <a:gd name="connsiteY0" fmla="*/ 88463 h 91318"/>
                <a:gd name="connsiteX1" fmla="*/ 125914 w 148392"/>
                <a:gd name="connsiteY1" fmla="*/ 85118 h 91318"/>
                <a:gd name="connsiteX2" fmla="*/ 76910 w 148392"/>
                <a:gd name="connsiteY2" fmla="*/ 36114 h 91318"/>
                <a:gd name="connsiteX3" fmla="*/ 27906 w 148392"/>
                <a:gd name="connsiteY3" fmla="*/ 85118 h 91318"/>
                <a:gd name="connsiteX4" fmla="*/ 11765 w 148392"/>
                <a:gd name="connsiteY4" fmla="*/ 84837 h 91318"/>
                <a:gd name="connsiteX5" fmla="*/ 11765 w 148392"/>
                <a:gd name="connsiteY5" fmla="*/ 68977 h 91318"/>
                <a:gd name="connsiteX6" fmla="*/ 68840 w 148392"/>
                <a:gd name="connsiteY6" fmla="*/ 11903 h 91318"/>
                <a:gd name="connsiteX7" fmla="*/ 84980 w 148392"/>
                <a:gd name="connsiteY7" fmla="*/ 11903 h 91318"/>
                <a:gd name="connsiteX8" fmla="*/ 142054 w 148392"/>
                <a:gd name="connsiteY8" fmla="*/ 68977 h 91318"/>
                <a:gd name="connsiteX9" fmla="*/ 142052 w 148392"/>
                <a:gd name="connsiteY9" fmla="*/ 85120 h 91318"/>
                <a:gd name="connsiteX10" fmla="*/ 133984 w 148392"/>
                <a:gd name="connsiteY10" fmla="*/ 88463 h 9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392" h="91318">
                  <a:moveTo>
                    <a:pt x="133984" y="88463"/>
                  </a:moveTo>
                  <a:cubicBezTo>
                    <a:pt x="130957" y="88461"/>
                    <a:pt x="128054" y="87258"/>
                    <a:pt x="125914" y="85118"/>
                  </a:cubicBezTo>
                  <a:lnTo>
                    <a:pt x="76910" y="36114"/>
                  </a:lnTo>
                  <a:lnTo>
                    <a:pt x="27906" y="85118"/>
                  </a:lnTo>
                  <a:cubicBezTo>
                    <a:pt x="23371" y="89498"/>
                    <a:pt x="16145" y="89372"/>
                    <a:pt x="11765" y="84837"/>
                  </a:cubicBezTo>
                  <a:cubicBezTo>
                    <a:pt x="7493" y="80414"/>
                    <a:pt x="7493" y="73401"/>
                    <a:pt x="11765" y="68977"/>
                  </a:cubicBezTo>
                  <a:lnTo>
                    <a:pt x="68840" y="11903"/>
                  </a:lnTo>
                  <a:cubicBezTo>
                    <a:pt x="73297" y="7447"/>
                    <a:pt x="80523" y="7447"/>
                    <a:pt x="84980" y="11903"/>
                  </a:cubicBezTo>
                  <a:lnTo>
                    <a:pt x="142054" y="68977"/>
                  </a:lnTo>
                  <a:cubicBezTo>
                    <a:pt x="146512" y="73436"/>
                    <a:pt x="146511" y="80663"/>
                    <a:pt x="142052" y="85120"/>
                  </a:cubicBezTo>
                  <a:cubicBezTo>
                    <a:pt x="139912" y="87259"/>
                    <a:pt x="137010" y="88461"/>
                    <a:pt x="133984" y="88463"/>
                  </a:cubicBezTo>
                  <a:close/>
                </a:path>
              </a:pathLst>
            </a:custGeom>
            <a:solidFill>
              <a:schemeClr val="tx1">
                <a:lumMod val="85000"/>
                <a:lumOff val="15000"/>
              </a:schemeClr>
            </a:solidFill>
            <a:ln w="9525" cap="flat">
              <a:noFill/>
              <a:prstDash val="solid"/>
              <a:miter/>
            </a:ln>
          </p:spPr>
          <p:txBody>
            <a:bodyPr rtlCol="0" anchor="ctr"/>
            <a:lstStyle/>
            <a:p>
              <a:endParaRPr lang="en-US"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7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7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7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6.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21.xml"/><Relationship Id="rId6" Type="http://schemas.openxmlformats.org/officeDocument/2006/relationships/slideLayout" Target="../slideLayouts/slideLayout6.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57589" y="2088845"/>
            <a:ext cx="10515600" cy="1016306"/>
          </a:xfrm>
        </p:spPr>
        <p:txBody>
          <a:bodyPr>
            <a:normAutofit fontScale="90000"/>
          </a:bodyPr>
          <a:lstStyle/>
          <a:p>
            <a:pPr>
              <a:lnSpc>
                <a:spcPct val="150000"/>
              </a:lnSpc>
            </a:pPr>
            <a:r>
              <a:rPr kumimoji="1" lang="en-US" altLang="zh-CN" sz="7300" dirty="0" smtClean="0"/>
              <a:t>GoIoT</a:t>
            </a:r>
            <a:r>
              <a:rPr kumimoji="1" lang="zh-CN" altLang="en-US" sz="7300" dirty="0" smtClean="0"/>
              <a:t>开</a:t>
            </a:r>
            <a:r>
              <a:rPr kumimoji="1" lang="zh-CN" altLang="en-US" sz="7300" dirty="0"/>
              <a:t>源</a:t>
            </a:r>
            <a:r>
              <a:rPr kumimoji="1" lang="zh-CN" altLang="en-US" sz="7300" dirty="0" smtClean="0"/>
              <a:t>项目说明</a:t>
            </a:r>
            <a:endParaRPr kumimoji="1" lang="zh-CN" altLang="en-US" sz="7300" dirty="0"/>
          </a:p>
        </p:txBody>
      </p:sp>
      <p:sp>
        <p:nvSpPr>
          <p:cNvPr id="3" name="副标题 2"/>
          <p:cNvSpPr>
            <a:spLocks noGrp="1"/>
          </p:cNvSpPr>
          <p:nvPr>
            <p:ph type="body" sz="quarter" idx="11"/>
          </p:nvPr>
        </p:nvSpPr>
        <p:spPr>
          <a:xfrm>
            <a:off x="4280535" y="4501515"/>
            <a:ext cx="3670300" cy="968375"/>
          </a:xfrm>
        </p:spPr>
        <p:txBody>
          <a:bodyPr>
            <a:normAutofit/>
          </a:bodyPr>
          <a:lstStyle/>
          <a:p>
            <a:endParaRPr lang="en-US" altLang="zh-CN" sz="2400" dirty="0" smtClean="0">
              <a:solidFill>
                <a:srgbClr val="1D78FA"/>
              </a:solidFill>
            </a:endParaRPr>
          </a:p>
          <a:p>
            <a:r>
              <a:rPr lang="en-US" altLang="zh-CN" sz="2400" dirty="0" smtClean="0">
                <a:solidFill>
                  <a:srgbClr val="1D78FA"/>
                </a:solidFill>
              </a:rPr>
              <a:t>2024-08</a:t>
            </a:r>
            <a:endParaRPr lang="en-US" altLang="zh-CN" sz="2400" dirty="0">
              <a:solidFill>
                <a:srgbClr val="1D78FA"/>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名词缩写</a:t>
            </a:r>
            <a:endParaRPr lang="zh-CN" altLang="en-US" dirty="0"/>
          </a:p>
        </p:txBody>
      </p:sp>
      <p:sp>
        <p:nvSpPr>
          <p:cNvPr id="3" name="内容占位符 2"/>
          <p:cNvSpPr/>
          <p:nvPr/>
        </p:nvSpPr>
        <p:spPr>
          <a:xfrm>
            <a:off x="832485" y="1095375"/>
            <a:ext cx="10342245" cy="5269230"/>
          </a:xfrm>
          <a:prstGeom prst="rect">
            <a:avLst/>
          </a:prstGeom>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704020202090204" pitchFamily="34" charset="0"/>
              <a:buChar char="•"/>
              <a:defRPr sz="2800" kern="1200">
                <a:solidFill>
                  <a:srgbClr val="0070C0"/>
                </a:solidFill>
                <a:latin typeface="仿宋" panose="02010609060101010101" pitchFamily="49" charset="-122"/>
                <a:ea typeface="仿宋" panose="02010609060101010101" pitchFamily="49" charset="-122"/>
                <a:cs typeface="+mn-ea"/>
              </a:defRPr>
            </a:lvl1pPr>
            <a:lvl2pPr marL="685800" indent="-228600" algn="l" defTabSz="914400" rtl="0" eaLnBrk="1" latinLnBrk="0" hangingPunct="1">
              <a:lnSpc>
                <a:spcPct val="150000"/>
              </a:lnSpc>
              <a:spcBef>
                <a:spcPts val="500"/>
              </a:spcBef>
              <a:buFont typeface="仿宋" panose="02010609060101010101" pitchFamily="49" charset="-122"/>
              <a:buChar char="-"/>
              <a:defRPr sz="2400" kern="1200">
                <a:solidFill>
                  <a:srgbClr val="0070C0"/>
                </a:solidFill>
                <a:latin typeface="仿宋" panose="02010609060101010101" pitchFamily="49" charset="-122"/>
                <a:ea typeface="仿宋" panose="02010609060101010101" pitchFamily="49" charset="-122"/>
                <a:cs typeface="+mn-ea"/>
              </a:defRPr>
            </a:lvl2pPr>
            <a:lvl3pPr marL="1371600" indent="-457200" algn="l" defTabSz="914400" rtl="0" eaLnBrk="1" latinLnBrk="0" hangingPunct="1">
              <a:lnSpc>
                <a:spcPct val="150000"/>
              </a:lnSpc>
              <a:spcBef>
                <a:spcPts val="500"/>
              </a:spcBef>
              <a:buFont typeface="等线 Light" panose="02010600030101010101" charset="-122"/>
              <a:buAutoNum type="arabicPeriod"/>
              <a:defRPr sz="2000" kern="1200">
                <a:solidFill>
                  <a:srgbClr val="0070C0"/>
                </a:solidFill>
                <a:latin typeface="仿宋" panose="02010609060101010101" pitchFamily="49" charset="-122"/>
                <a:ea typeface="仿宋" panose="02010609060101010101" pitchFamily="49" charset="-122"/>
                <a:cs typeface="+mn-ea"/>
              </a:defRPr>
            </a:lvl3pPr>
            <a:lvl4pPr marL="1714500" indent="-342900" algn="l" defTabSz="914400" rtl="0" eaLnBrk="1" latinLnBrk="0" hangingPunct="1">
              <a:lnSpc>
                <a:spcPct val="150000"/>
              </a:lnSpc>
              <a:spcBef>
                <a:spcPts val="500"/>
              </a:spcBef>
              <a:buFont typeface="等线 Light" panose="02010600030101010101" charset="-122"/>
              <a:buAutoNum type="alphaLcParenR"/>
              <a:defRPr sz="1800" kern="1200">
                <a:solidFill>
                  <a:srgbClr val="0070C0"/>
                </a:solidFill>
                <a:latin typeface="仿宋" panose="02010609060101010101" pitchFamily="49" charset="-122"/>
                <a:ea typeface="仿宋" panose="02010609060101010101" pitchFamily="49" charset="-122"/>
                <a:cs typeface="+mn-ea"/>
              </a:defRPr>
            </a:lvl4pPr>
            <a:lvl5pPr marL="2171700" indent="-342900" algn="l" defTabSz="914400" rtl="0" eaLnBrk="1" latinLnBrk="0" hangingPunct="1">
              <a:lnSpc>
                <a:spcPct val="150000"/>
              </a:lnSpc>
              <a:spcBef>
                <a:spcPts val="500"/>
              </a:spcBef>
              <a:buFont typeface="+mn-ea"/>
              <a:buAutoNum type="circleNumDbPlain"/>
              <a:defRPr sz="1800" kern="1200">
                <a:solidFill>
                  <a:srgbClr val="0070C0"/>
                </a:solidFill>
                <a:latin typeface="仿宋" panose="02010609060101010101" pitchFamily="49" charset="-122"/>
                <a:ea typeface="仿宋" panose="02010609060101010101" pitchFamily="49" charset="-122"/>
                <a:cs typeface="+mn-ea"/>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ysClr val="windowText" lastClr="000000"/>
                </a:solidFill>
                <a:latin typeface="等线" panose="02010600030101010101" charset="-122"/>
                <a:ea typeface="+mn-ea"/>
                <a:cs typeface="+mn-ea"/>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ysClr val="windowText" lastClr="000000"/>
                </a:solidFill>
                <a:latin typeface="等线" panose="02010600030101010101" charset="-122"/>
                <a:ea typeface="+mn-ea"/>
                <a:cs typeface="+mn-ea"/>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ysClr val="windowText" lastClr="000000"/>
                </a:solidFill>
                <a:latin typeface="等线" panose="02010600030101010101" charset="-122"/>
                <a:ea typeface="+mn-ea"/>
                <a:cs typeface="+mn-ea"/>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ysClr val="windowText" lastClr="000000"/>
                </a:solidFill>
                <a:latin typeface="等线" panose="02010600030101010101" charset="-122"/>
                <a:ea typeface="+mn-ea"/>
                <a:cs typeface="+mn-ea"/>
              </a:defRPr>
            </a:lvl9pPr>
          </a:lstStyle>
          <a:p>
            <a:r>
              <a:rPr lang="en-US" altLang="zh-CN" sz="1600" b="1"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MCM</a:t>
            </a:r>
            <a:r>
              <a:rPr lang="zh-CN" altLang="en-US" sz="1600" b="1" dirty="0" smtClean="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t>
            </a:r>
            <a:r>
              <a:rPr lang="zh-CN" altLang="en-US" sz="1600" dirty="0" smtClean="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指开</a:t>
            </a:r>
            <a:r>
              <a:rPr lang="en-US" sz="1600" dirty="0" smtClean="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MQTT</a:t>
            </a:r>
            <a:r>
              <a:rPr lang="zh-CN" altLang="en-US" sz="1600" dirty="0" smtClean="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客户端管理工具（</a:t>
            </a:r>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MQTT Client Manager</a:t>
            </a:r>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r>
              <a:rPr sz="1600" b="1"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pre_handler</a:t>
            </a:r>
            <a:r>
              <a:rPr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 用于对设备上报的数据进行预处理，包括数据过滤、数据转换等（预处理脚本使用JavaScript进行编写）。</a:t>
            </a:r>
            <a:endParaRPr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r>
              <a:rPr sz="1600" b="1"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waring_handler</a:t>
            </a:r>
            <a:r>
              <a:rPr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 用于对预处理后的数据进行告警处理。区别于waring_delay_handler队列，它只能完成单一信号单次的区间判断。</a:t>
            </a:r>
            <a:endParaRPr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r>
              <a:rPr sz="1600" b="1"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waring_delay_handler</a:t>
            </a:r>
            <a:r>
              <a:rPr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 用于对预处理后的数据进行告警处理。区别于waring_handler队列，它能够完成的报警模式更加多样化，但是这需要编写报警判断脚本（使用JavaScript进行实现）。</a:t>
            </a:r>
            <a:endParaRPr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r>
              <a:rPr sz="1600" b="1"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transmit_handler</a:t>
            </a:r>
            <a:r>
              <a:rPr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 用于将预处理后的数据转发到cassandra、clickhouse、influxdb2、mongo、mysql、kafka、rabbit等</a:t>
            </a:r>
            <a:endParaRPr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83970" y="365125"/>
            <a:ext cx="9504045" cy="586740"/>
          </a:xfrm>
          <a:prstGeom prst="rect">
            <a:avLst/>
          </a:prstGeom>
        </p:spPr>
        <p:txBody>
          <a:bodyPr/>
          <a:lstStyle/>
          <a:p>
            <a:r>
              <a:rPr lang="en-US" dirty="0" err="1"/>
              <a:t>内容大纲</a:t>
            </a:r>
            <a:r>
              <a:rPr lang="en-US" dirty="0"/>
              <a:t> Outline</a:t>
            </a:r>
            <a:endParaRPr lang="en-US" dirty="0"/>
          </a:p>
        </p:txBody>
      </p:sp>
      <p:grpSp>
        <p:nvGrpSpPr>
          <p:cNvPr id="16" name="Group 15"/>
          <p:cNvGrpSpPr/>
          <p:nvPr/>
        </p:nvGrpSpPr>
        <p:grpSpPr>
          <a:xfrm>
            <a:off x="281305" y="1095375"/>
            <a:ext cx="11593195" cy="5269230"/>
            <a:chOff x="443" y="1725"/>
            <a:chExt cx="18257" cy="8298"/>
          </a:xfrm>
        </p:grpSpPr>
        <p:sp>
          <p:nvSpPr>
            <p:cNvPr id="11" name="内容占位符 2"/>
            <p:cNvSpPr/>
            <p:nvPr/>
          </p:nvSpPr>
          <p:spPr>
            <a:xfrm>
              <a:off x="1311" y="1725"/>
              <a:ext cx="16287" cy="8298"/>
            </a:xfrm>
            <a:prstGeom prst="rect">
              <a:avLst/>
            </a:prstGeom>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704020202090204" pitchFamily="34" charset="0"/>
                <a:buChar char="•"/>
                <a:defRPr sz="2800" kern="1200">
                  <a:solidFill>
                    <a:srgbClr val="0070C0"/>
                  </a:solidFill>
                  <a:latin typeface="仿宋" panose="02010609060101010101" pitchFamily="49" charset="-122"/>
                  <a:ea typeface="仿宋" panose="02010609060101010101" pitchFamily="49" charset="-122"/>
                  <a:cs typeface="+mn-ea"/>
                </a:defRPr>
              </a:lvl1pPr>
              <a:lvl2pPr marL="685800" indent="-228600" algn="l" defTabSz="914400" rtl="0" eaLnBrk="1" latinLnBrk="0" hangingPunct="1">
                <a:lnSpc>
                  <a:spcPct val="150000"/>
                </a:lnSpc>
                <a:spcBef>
                  <a:spcPts val="500"/>
                </a:spcBef>
                <a:buFont typeface="仿宋" panose="02010609060101010101" pitchFamily="49" charset="-122"/>
                <a:buChar char="-"/>
                <a:defRPr sz="2400" kern="1200">
                  <a:solidFill>
                    <a:srgbClr val="0070C0"/>
                  </a:solidFill>
                  <a:latin typeface="仿宋" panose="02010609060101010101" pitchFamily="49" charset="-122"/>
                  <a:ea typeface="仿宋" panose="02010609060101010101" pitchFamily="49" charset="-122"/>
                  <a:cs typeface="+mn-ea"/>
                </a:defRPr>
              </a:lvl2pPr>
              <a:lvl3pPr marL="1371600" indent="-457200" algn="l" defTabSz="914400" rtl="0" eaLnBrk="1" latinLnBrk="0" hangingPunct="1">
                <a:lnSpc>
                  <a:spcPct val="150000"/>
                </a:lnSpc>
                <a:spcBef>
                  <a:spcPts val="500"/>
                </a:spcBef>
                <a:buFont typeface="等线 Light" panose="02010600030101010101" charset="-122"/>
                <a:buAutoNum type="arabicPeriod"/>
                <a:defRPr sz="2000" kern="1200">
                  <a:solidFill>
                    <a:srgbClr val="0070C0"/>
                  </a:solidFill>
                  <a:latin typeface="仿宋" panose="02010609060101010101" pitchFamily="49" charset="-122"/>
                  <a:ea typeface="仿宋" panose="02010609060101010101" pitchFamily="49" charset="-122"/>
                  <a:cs typeface="+mn-ea"/>
                </a:defRPr>
              </a:lvl3pPr>
              <a:lvl4pPr marL="1714500" indent="-342900" algn="l" defTabSz="914400" rtl="0" eaLnBrk="1" latinLnBrk="0" hangingPunct="1">
                <a:lnSpc>
                  <a:spcPct val="150000"/>
                </a:lnSpc>
                <a:spcBef>
                  <a:spcPts val="500"/>
                </a:spcBef>
                <a:buFont typeface="等线 Light" panose="02010600030101010101" charset="-122"/>
                <a:buAutoNum type="alphaLcParenR"/>
                <a:defRPr sz="1800" kern="1200">
                  <a:solidFill>
                    <a:srgbClr val="0070C0"/>
                  </a:solidFill>
                  <a:latin typeface="仿宋" panose="02010609060101010101" pitchFamily="49" charset="-122"/>
                  <a:ea typeface="仿宋" panose="02010609060101010101" pitchFamily="49" charset="-122"/>
                  <a:cs typeface="+mn-ea"/>
                </a:defRPr>
              </a:lvl4pPr>
              <a:lvl5pPr marL="2171700" indent="-342900" algn="l" defTabSz="914400" rtl="0" eaLnBrk="1" latinLnBrk="0" hangingPunct="1">
                <a:lnSpc>
                  <a:spcPct val="150000"/>
                </a:lnSpc>
                <a:spcBef>
                  <a:spcPts val="500"/>
                </a:spcBef>
                <a:buFont typeface="+mn-ea"/>
                <a:buAutoNum type="circleNumDbPlain"/>
                <a:defRPr sz="1800" kern="1200">
                  <a:solidFill>
                    <a:srgbClr val="0070C0"/>
                  </a:solidFill>
                  <a:latin typeface="仿宋" panose="02010609060101010101" pitchFamily="49" charset="-122"/>
                  <a:ea typeface="仿宋" panose="02010609060101010101" pitchFamily="49" charset="-122"/>
                  <a:cs typeface="+mn-ea"/>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ysClr val="windowText" lastClr="000000"/>
                  </a:solidFill>
                  <a:latin typeface="等线" panose="02010600030101010101" charset="-122"/>
                  <a:ea typeface="+mn-ea"/>
                  <a:cs typeface="+mn-ea"/>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ysClr val="windowText" lastClr="000000"/>
                  </a:solidFill>
                  <a:latin typeface="等线" panose="02010600030101010101" charset="-122"/>
                  <a:ea typeface="+mn-ea"/>
                  <a:cs typeface="+mn-ea"/>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ysClr val="windowText" lastClr="000000"/>
                  </a:solidFill>
                  <a:latin typeface="等线" panose="02010600030101010101" charset="-122"/>
                  <a:ea typeface="+mn-ea"/>
                  <a:cs typeface="+mn-ea"/>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ysClr val="windowText" lastClr="000000"/>
                  </a:solidFill>
                  <a:latin typeface="等线" panose="02010600030101010101" charset="-122"/>
                  <a:ea typeface="+mn-ea"/>
                  <a:cs typeface="+mn-ea"/>
                </a:defRPr>
              </a:lvl9pPr>
            </a:lstStyle>
            <a:p>
              <a:r>
                <a:rPr lang="zh-CN" altLang="en-US" sz="1600" b="1"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项目相关基础信息 </a:t>
              </a:r>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Basic Information </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r>
                <a:rPr lang="zh-CN" altLang="en-US" sz="1600" b="1"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项目简介 </a:t>
              </a:r>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Introduction</a:t>
              </a:r>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1"/>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整体概况：背景、领域、范围</a:t>
              </a:r>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t>
              </a:r>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边界、目标、业务价值、技术特点等</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1" algn="l">
                <a:buClrTx/>
                <a:buSzTx/>
              </a:pPr>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高阶架构 High-level Architecture</a:t>
              </a:r>
              <a:endPar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1"/>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主要功能和特点</a:t>
              </a:r>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 functions and features</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1"/>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竞品分析 Product Analysis</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1"/>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使用场景 Anticipated Use Case</a:t>
              </a:r>
              <a:endPar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1"/>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战略发展路线图 </a:t>
              </a:r>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Roadmap</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r>
                <a:rPr lang="zh-CN" altLang="en-US" sz="1600" b="1"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项目捐献意向</a:t>
              </a:r>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 </a:t>
              </a:r>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1"/>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捐献的内容和方式（代码托管、许可证、商标捐献等）</a:t>
              </a:r>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Donation Contents </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1"/>
              <a:r>
                <a:rPr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捐献的时间点与节奏</a:t>
              </a:r>
              <a:r>
                <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 Donation Plan &amp; Schedule</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lvl="1"/>
              <a:r>
                <a:rPr kumimoji="1" lang="zh-CN" altLang="en-US"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Arial" panose="020B0704020202090204" pitchFamily="34" charset="0"/>
                </a:rPr>
                <a:t>捐献给基金会的初衷以及对基金会的诉求 </a:t>
              </a:r>
              <a:r>
                <a:rPr kumimoji="1"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Arial" panose="020B0704020202090204" pitchFamily="34" charset="0"/>
                </a:rPr>
                <a:t>Why</a:t>
              </a:r>
              <a:r>
                <a:rPr kumimoji="1" lang="en-US" altLang="zh-CN" sz="10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Arial" panose="020B0704020202090204" pitchFamily="34" charset="0"/>
                </a:rPr>
                <a:t> </a:t>
              </a:r>
              <a:r>
                <a:rPr kumimoji="1"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Arial" panose="020B0704020202090204" pitchFamily="34" charset="0"/>
                </a:rPr>
                <a:t>OpenAtom</a:t>
              </a:r>
              <a:r>
                <a:rPr kumimoji="1" lang="en-US" altLang="zh-CN" sz="10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Arial" panose="020B0704020202090204" pitchFamily="34" charset="0"/>
                </a:rPr>
                <a:t> </a:t>
              </a:r>
              <a:r>
                <a:rPr kumimoji="1"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Arial" panose="020B0704020202090204" pitchFamily="34" charset="0"/>
                </a:rPr>
                <a:t>and</a:t>
              </a:r>
              <a:r>
                <a:rPr kumimoji="1" lang="en-US" altLang="zh-CN" sz="105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Arial" panose="020B0704020202090204" pitchFamily="34" charset="0"/>
                </a:rPr>
                <a:t> </a:t>
              </a:r>
              <a:r>
                <a:rPr kumimoji="1" lang="en-US" altLang="zh-CN" sz="1600" dirty="0" smtClean="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sym typeface="Arial" panose="020B0704020202090204" pitchFamily="34" charset="0"/>
                </a:rPr>
                <a:t>Alignment</a:t>
              </a:r>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sp>
          <p:nvSpPr>
            <p:cNvPr id="6" name="5-Point Star 5"/>
            <p:cNvSpPr/>
            <p:nvPr/>
          </p:nvSpPr>
          <p:spPr>
            <a:xfrm>
              <a:off x="462" y="1920"/>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7" name="5-Point Star 6"/>
            <p:cNvSpPr/>
            <p:nvPr/>
          </p:nvSpPr>
          <p:spPr>
            <a:xfrm>
              <a:off x="923" y="1918"/>
              <a:ext cx="406" cy="369"/>
            </a:xfrm>
            <a:prstGeom prst="star5">
              <a:avLst/>
            </a:prstGeom>
            <a:solidFill>
              <a:srgbClr val="FFC000"/>
            </a:solid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8" name="5-Point Star 7"/>
            <p:cNvSpPr/>
            <p:nvPr/>
          </p:nvSpPr>
          <p:spPr>
            <a:xfrm>
              <a:off x="462" y="2627"/>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9" name="5-Point Star 8"/>
            <p:cNvSpPr/>
            <p:nvPr/>
          </p:nvSpPr>
          <p:spPr>
            <a:xfrm>
              <a:off x="923" y="2625"/>
              <a:ext cx="406" cy="369"/>
            </a:xfrm>
            <a:prstGeom prst="star5">
              <a:avLst/>
            </a:prstGeom>
            <a:solidFill>
              <a:srgbClr val="FFC000"/>
            </a:solid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15" name="5-Point Star 14"/>
            <p:cNvSpPr/>
            <p:nvPr/>
          </p:nvSpPr>
          <p:spPr>
            <a:xfrm>
              <a:off x="462" y="6164"/>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17" name="5-Point Star 16"/>
            <p:cNvSpPr/>
            <p:nvPr/>
          </p:nvSpPr>
          <p:spPr>
            <a:xfrm>
              <a:off x="462" y="3335"/>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18" name="5-Point Star 17"/>
            <p:cNvSpPr/>
            <p:nvPr/>
          </p:nvSpPr>
          <p:spPr>
            <a:xfrm>
              <a:off x="923" y="3332"/>
              <a:ext cx="406" cy="369"/>
            </a:xfrm>
            <a:prstGeom prst="star5">
              <a:avLst/>
            </a:prstGeom>
            <a:solidFill>
              <a:srgbClr val="FFC000"/>
            </a:solid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19" name="5-Point Star 18"/>
            <p:cNvSpPr/>
            <p:nvPr/>
          </p:nvSpPr>
          <p:spPr>
            <a:xfrm>
              <a:off x="462" y="4042"/>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0" name="5-Point Star 19"/>
            <p:cNvSpPr/>
            <p:nvPr/>
          </p:nvSpPr>
          <p:spPr>
            <a:xfrm>
              <a:off x="923" y="4040"/>
              <a:ext cx="406" cy="369"/>
            </a:xfrm>
            <a:prstGeom prst="star5">
              <a:avLst/>
            </a:prstGeom>
            <a:solidFill>
              <a:srgbClr val="FFC000"/>
            </a:solid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1" name="5-Point Star 20"/>
            <p:cNvSpPr/>
            <p:nvPr/>
          </p:nvSpPr>
          <p:spPr>
            <a:xfrm>
              <a:off x="462" y="4749"/>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2" name="5-Point Star 21"/>
            <p:cNvSpPr/>
            <p:nvPr/>
          </p:nvSpPr>
          <p:spPr>
            <a:xfrm>
              <a:off x="923" y="4747"/>
              <a:ext cx="406" cy="369"/>
            </a:xfrm>
            <a:prstGeom prst="star5">
              <a:avLst/>
            </a:prstGeom>
            <a:no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3" name="5-Point Star 22"/>
            <p:cNvSpPr/>
            <p:nvPr/>
          </p:nvSpPr>
          <p:spPr>
            <a:xfrm>
              <a:off x="462" y="5457"/>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4" name="5-Point Star 23"/>
            <p:cNvSpPr/>
            <p:nvPr/>
          </p:nvSpPr>
          <p:spPr>
            <a:xfrm>
              <a:off x="923" y="5454"/>
              <a:ext cx="406" cy="369"/>
            </a:xfrm>
            <a:prstGeom prst="star5">
              <a:avLst/>
            </a:prstGeom>
            <a:no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5" name="5-Point Star 24"/>
            <p:cNvSpPr/>
            <p:nvPr/>
          </p:nvSpPr>
          <p:spPr>
            <a:xfrm>
              <a:off x="462" y="8286"/>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6" name="5-Point Star 25"/>
            <p:cNvSpPr/>
            <p:nvPr/>
          </p:nvSpPr>
          <p:spPr>
            <a:xfrm>
              <a:off x="923" y="8283"/>
              <a:ext cx="406" cy="369"/>
            </a:xfrm>
            <a:prstGeom prst="star5">
              <a:avLst/>
            </a:prstGeom>
            <a:solidFill>
              <a:srgbClr val="FFC000"/>
            </a:solid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7" name="5-Point Star 26"/>
            <p:cNvSpPr/>
            <p:nvPr/>
          </p:nvSpPr>
          <p:spPr>
            <a:xfrm>
              <a:off x="462" y="8993"/>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8" name="5-Point Star 27"/>
            <p:cNvSpPr/>
            <p:nvPr/>
          </p:nvSpPr>
          <p:spPr>
            <a:xfrm>
              <a:off x="923" y="8991"/>
              <a:ext cx="406" cy="369"/>
            </a:xfrm>
            <a:prstGeom prst="star5">
              <a:avLst/>
            </a:prstGeom>
            <a:solidFill>
              <a:srgbClr val="FFC000"/>
            </a:solid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29" name="5-Point Star 28"/>
            <p:cNvSpPr/>
            <p:nvPr/>
          </p:nvSpPr>
          <p:spPr>
            <a:xfrm>
              <a:off x="462" y="7579"/>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30" name="5-Point Star 29"/>
            <p:cNvSpPr/>
            <p:nvPr/>
          </p:nvSpPr>
          <p:spPr>
            <a:xfrm>
              <a:off x="923" y="7576"/>
              <a:ext cx="406" cy="369"/>
            </a:xfrm>
            <a:prstGeom prst="star5">
              <a:avLst/>
            </a:prstGeom>
            <a:solidFill>
              <a:srgbClr val="FFC000"/>
            </a:solid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31" name="5-Point Star 30"/>
            <p:cNvSpPr/>
            <p:nvPr/>
          </p:nvSpPr>
          <p:spPr>
            <a:xfrm>
              <a:off x="443" y="6871"/>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32" name="5-Point Star 31"/>
            <p:cNvSpPr/>
            <p:nvPr/>
          </p:nvSpPr>
          <p:spPr>
            <a:xfrm>
              <a:off x="905" y="6869"/>
              <a:ext cx="406" cy="369"/>
            </a:xfrm>
            <a:prstGeom prst="star5">
              <a:avLst/>
            </a:prstGeom>
            <a:solidFill>
              <a:srgbClr val="FFC000"/>
            </a:solid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33" name="5-Point Star 32"/>
            <p:cNvSpPr/>
            <p:nvPr/>
          </p:nvSpPr>
          <p:spPr>
            <a:xfrm>
              <a:off x="14825" y="4206"/>
              <a:ext cx="406" cy="369"/>
            </a:xfrm>
            <a:prstGeom prst="star5">
              <a:avLst/>
            </a:prstGeom>
            <a:noFill/>
            <a:ln>
              <a:solidFill>
                <a:srgbClr val="00B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34" name="5-Point Star 33"/>
            <p:cNvSpPr/>
            <p:nvPr/>
          </p:nvSpPr>
          <p:spPr>
            <a:xfrm>
              <a:off x="14783" y="3648"/>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10" name="Rectangle 3"/>
            <p:cNvSpPr/>
            <p:nvPr/>
          </p:nvSpPr>
          <p:spPr>
            <a:xfrm>
              <a:off x="15189" y="3615"/>
              <a:ext cx="3022" cy="485"/>
            </a:xfrm>
            <a:prstGeom prst="rect">
              <a:avLst/>
            </a:prstGeom>
          </p:spPr>
          <p:txBody>
            <a:bodyPr wrap="none">
              <a:spAutoFit/>
            </a:bodyPr>
            <a:lstStyle/>
            <a:p>
              <a:r>
                <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必选（</a:t>
              </a:r>
              <a:r>
                <a:rPr lang="en-US" altLang="zh-CN" sz="14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TOC</a:t>
              </a:r>
              <a:r>
                <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项目陈述）</a:t>
              </a:r>
              <a:endPar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sp>
          <p:nvSpPr>
            <p:cNvPr id="35" name="Rectangle 34"/>
            <p:cNvSpPr/>
            <p:nvPr/>
          </p:nvSpPr>
          <p:spPr>
            <a:xfrm>
              <a:off x="15208" y="4187"/>
              <a:ext cx="3022" cy="485"/>
            </a:xfrm>
            <a:prstGeom prst="rect">
              <a:avLst/>
            </a:prstGeom>
          </p:spPr>
          <p:txBody>
            <a:bodyPr wrap="none">
              <a:spAutoFit/>
            </a:bodyPr>
            <a:lstStyle/>
            <a:p>
              <a:r>
                <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可选（</a:t>
              </a:r>
              <a:r>
                <a:rPr lang="en-US" altLang="zh-CN" sz="14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TOC</a:t>
              </a:r>
              <a:r>
                <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项目陈述）</a:t>
              </a:r>
              <a:endPar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sp>
          <p:nvSpPr>
            <p:cNvPr id="36" name="5-Point Star 35"/>
            <p:cNvSpPr/>
            <p:nvPr/>
          </p:nvSpPr>
          <p:spPr>
            <a:xfrm>
              <a:off x="14843" y="5369"/>
              <a:ext cx="406" cy="369"/>
            </a:xfrm>
            <a:prstGeom prst="star5">
              <a:avLst/>
            </a:prstGeom>
            <a:noFill/>
            <a:ln>
              <a:solidFill>
                <a:srgbClr val="FF99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37" name="5-Point Star 36"/>
            <p:cNvSpPr/>
            <p:nvPr/>
          </p:nvSpPr>
          <p:spPr>
            <a:xfrm>
              <a:off x="14802" y="4829"/>
              <a:ext cx="406" cy="369"/>
            </a:xfrm>
            <a:prstGeom prst="star5">
              <a:avLst/>
            </a:prstGeom>
            <a:solidFill>
              <a:srgbClr val="FFC000"/>
            </a:solidFill>
            <a:ln>
              <a:solidFill>
                <a:srgbClr val="FF99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38" name="Rectangle 37"/>
            <p:cNvSpPr/>
            <p:nvPr/>
          </p:nvSpPr>
          <p:spPr>
            <a:xfrm>
              <a:off x="15282" y="4797"/>
              <a:ext cx="3401" cy="485"/>
            </a:xfrm>
            <a:prstGeom prst="rect">
              <a:avLst/>
            </a:prstGeom>
          </p:spPr>
          <p:txBody>
            <a:bodyPr wrap="none">
              <a:spAutoFit/>
            </a:bodyPr>
            <a:lstStyle/>
            <a:p>
              <a:r>
                <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rPr>
                <a:t>必选（理事会项目意向）</a:t>
              </a:r>
              <a:endPar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39" name="Rectangle 38"/>
            <p:cNvSpPr/>
            <p:nvPr/>
          </p:nvSpPr>
          <p:spPr>
            <a:xfrm>
              <a:off x="15300" y="5350"/>
              <a:ext cx="3401" cy="485"/>
            </a:xfrm>
            <a:prstGeom prst="rect">
              <a:avLst/>
            </a:prstGeom>
          </p:spPr>
          <p:txBody>
            <a:bodyPr wrap="none">
              <a:spAutoFit/>
            </a:bodyPr>
            <a:lstStyle/>
            <a:p>
              <a:r>
                <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rPr>
                <a:t>可选（理事会项目意向）</a:t>
              </a:r>
              <a:endParaRPr lang="zh-CN" altLang="en-US" sz="1400" dirty="0">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12" name="5-Point Star 26"/>
            <p:cNvSpPr/>
            <p:nvPr/>
          </p:nvSpPr>
          <p:spPr>
            <a:xfrm>
              <a:off x="462" y="9640"/>
              <a:ext cx="406" cy="369"/>
            </a:xfrm>
            <a:prstGeom prst="star5">
              <a:avLst/>
            </a:prstGeom>
            <a:solidFill>
              <a:srgbClr val="92D050"/>
            </a:solidFill>
            <a:ln>
              <a:solidFill>
                <a:srgbClr val="92D05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13" name="5-Point Star 27"/>
            <p:cNvSpPr/>
            <p:nvPr/>
          </p:nvSpPr>
          <p:spPr>
            <a:xfrm>
              <a:off x="923" y="9640"/>
              <a:ext cx="406" cy="369"/>
            </a:xfrm>
            <a:prstGeom prst="star5">
              <a:avLst/>
            </a:prstGeom>
            <a:solidFill>
              <a:srgbClr val="FFC000"/>
            </a:solid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14" name="5-Point Star 13"/>
            <p:cNvSpPr/>
            <p:nvPr/>
          </p:nvSpPr>
          <p:spPr>
            <a:xfrm>
              <a:off x="923" y="6162"/>
              <a:ext cx="406" cy="369"/>
            </a:xfrm>
            <a:prstGeom prst="star5">
              <a:avLst/>
            </a:prstGeom>
            <a:noFill/>
            <a:ln>
              <a:solidFill>
                <a:srgbClr val="FFC000"/>
              </a:solidFill>
            </a:ln>
          </p:spPr>
          <p:style>
            <a:lnRef idx="2">
              <a:srgbClr val="4472C4">
                <a:shade val="50000"/>
              </a:srgbClr>
            </a:lnRef>
            <a:fillRef idx="1">
              <a:srgbClr val="4472C4"/>
            </a:fillRef>
            <a:effectRef idx="0">
              <a:srgbClr val="4472C4"/>
            </a:effectRef>
            <a:fontRef idx="minor">
              <a:sysClr val="window" lastClr="FFFFFF"/>
            </a:fontRef>
          </p:style>
          <p:txBody>
            <a:bodyPr rtlCol="0" anchor="ctr"/>
            <a:lstStyle/>
            <a:p>
              <a:pPr algn="ctr"/>
              <a:endParaRPr lang="en-US">
                <a:solidFill>
                  <a:schemeClr val="tx1"/>
                </a:solidFill>
                <a:latin typeface="阿里巴巴普惠体 2.0 55 Regular" panose="00020600040101010101" pitchFamily="18" charset="-122"/>
                <a:ea typeface="阿里巴巴普惠体 2.0 55 Regular" panose="00020600040101010101" pitchFamily="18" charset="-122"/>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solidFill>
                  <a:srgbClr val="1D78FA"/>
                </a:solidFill>
              </a:rPr>
              <a:t>PART ONE</a:t>
            </a:r>
            <a:endParaRPr lang="en-US">
              <a:solidFill>
                <a:srgbClr val="1D78FA"/>
              </a:solidFill>
            </a:endParaRPr>
          </a:p>
        </p:txBody>
      </p:sp>
      <p:sp>
        <p:nvSpPr>
          <p:cNvPr id="6" name="Text Placeholder 5"/>
          <p:cNvSpPr>
            <a:spLocks noGrp="1"/>
          </p:cNvSpPr>
          <p:nvPr>
            <p:ph type="body" sz="quarter" idx="11"/>
          </p:nvPr>
        </p:nvSpPr>
        <p:spPr/>
        <p:txBody>
          <a:bodyPr/>
          <a:lstStyle/>
          <a:p>
            <a:r>
              <a:rPr lang="zh-CN" altLang="en-US"/>
              <a:t>开源项目简介</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一、项目基础信息</a:t>
            </a:r>
            <a:endParaRPr lang="en-US"/>
          </a:p>
        </p:txBody>
      </p:sp>
      <p:sp>
        <p:nvSpPr>
          <p:cNvPr id="2" name="内容占位符 1"/>
          <p:cNvSpPr>
            <a:spLocks noGrp="1"/>
          </p:cNvSpPr>
          <p:nvPr>
            <p:ph sz="quarter" idx="10"/>
          </p:nvPr>
        </p:nvSpPr>
        <p:spPr/>
        <p:txBody>
          <a:bodyPr>
            <a:normAutofit lnSpcReduction="10000"/>
          </a:bodyPr>
          <a:lstStyle/>
          <a:p>
            <a:r>
              <a:rPr lang="zh-CN" altLang="en-US" dirty="0" smtClean="0"/>
              <a:t>汇报人</a:t>
            </a:r>
            <a:r>
              <a:rPr lang="en-US" altLang="zh-CN" dirty="0" smtClean="0"/>
              <a:t>(</a:t>
            </a:r>
            <a:r>
              <a:rPr lang="zh-CN" altLang="en-US" dirty="0" smtClean="0"/>
              <a:t>必选</a:t>
            </a:r>
            <a:r>
              <a:rPr lang="en-US" altLang="zh-CN" dirty="0" smtClean="0"/>
              <a:t>) </a:t>
            </a:r>
            <a:r>
              <a:rPr lang="zh-CN" altLang="en-US" dirty="0" smtClean="0"/>
              <a:t>：</a:t>
            </a:r>
            <a:r>
              <a:rPr lang="en-US" altLang="zh-CN" dirty="0" smtClean="0"/>
              <a:t>Zen HuiFer</a:t>
            </a:r>
            <a:r>
              <a:rPr lang="zh-CN" altLang="en-US" dirty="0" smtClean="0"/>
              <a:t> </a:t>
            </a:r>
            <a:endParaRPr lang="en-US" altLang="zh-CN" dirty="0" smtClean="0"/>
          </a:p>
          <a:p>
            <a:pPr lvl="1"/>
            <a:r>
              <a:rPr lang="en-US" altLang="zh-CN" dirty="0" smtClean="0"/>
              <a:t> </a:t>
            </a:r>
            <a:endParaRPr lang="zh-CN" altLang="en-US" dirty="0" smtClean="0"/>
          </a:p>
          <a:p>
            <a:r>
              <a:rPr lang="zh-CN" altLang="en-US" dirty="0" smtClean="0"/>
              <a:t>开源许可证</a:t>
            </a:r>
            <a:r>
              <a:rPr lang="en-US" altLang="zh-CN" dirty="0" smtClean="0"/>
              <a:t>(</a:t>
            </a:r>
            <a:r>
              <a:rPr lang="zh-CN" altLang="en-US" dirty="0" smtClean="0"/>
              <a:t>必选</a:t>
            </a:r>
            <a:r>
              <a:rPr lang="en-US" altLang="zh-CN" dirty="0" smtClean="0"/>
              <a:t>) </a:t>
            </a:r>
            <a:r>
              <a:rPr lang="zh-CN" altLang="en-US" dirty="0" smtClean="0"/>
              <a:t>：</a:t>
            </a:r>
            <a:r>
              <a:rPr lang="en-US" altLang="zh-CN" dirty="0" smtClean="0"/>
              <a:t>Apache 2</a:t>
            </a:r>
            <a:endParaRPr lang="en-US" altLang="zh-CN" dirty="0" smtClean="0"/>
          </a:p>
          <a:p>
            <a:pPr lvl="1"/>
            <a:r>
              <a:rPr lang="en-US" altLang="zh-CN" dirty="0" smtClean="0"/>
              <a:t> </a:t>
            </a:r>
            <a:endParaRPr lang="zh-CN" altLang="en-US" dirty="0" smtClean="0"/>
          </a:p>
          <a:p>
            <a:r>
              <a:rPr lang="zh-CN" altLang="en-US" dirty="0" smtClean="0"/>
              <a:t>现有赞助方</a:t>
            </a:r>
            <a:r>
              <a:rPr lang="en-US" altLang="zh-CN" dirty="0" smtClean="0"/>
              <a:t>Existing sponsorship(</a:t>
            </a:r>
            <a:r>
              <a:rPr lang="zh-CN" altLang="en-US" dirty="0" smtClean="0"/>
              <a:t>必选</a:t>
            </a:r>
            <a:r>
              <a:rPr lang="en-US" altLang="zh-CN" dirty="0" smtClean="0"/>
              <a:t>): </a:t>
            </a:r>
            <a:endParaRPr lang="en-US" altLang="zh-CN" dirty="0" smtClean="0"/>
          </a:p>
          <a:p>
            <a:pPr lvl="1"/>
            <a:r>
              <a:rPr lang="en-US" altLang="zh-CN" dirty="0" smtClean="0"/>
              <a:t> </a:t>
            </a:r>
            <a:r>
              <a:rPr lang="zh-CN" altLang="en-US" dirty="0" smtClean="0"/>
              <a:t>无</a:t>
            </a:r>
            <a:endParaRPr lang="en-US" altLang="zh-CN" dirty="0" smtClean="0"/>
          </a:p>
          <a:p>
            <a:r>
              <a:rPr lang="zh-CN" altLang="en-US" dirty="0" smtClean="0"/>
              <a:t>代码托管平台 </a:t>
            </a:r>
            <a:r>
              <a:rPr lang="en-US" altLang="zh-CN" dirty="0" smtClean="0"/>
              <a:t>Source Control(</a:t>
            </a:r>
            <a:r>
              <a:rPr lang="zh-CN" altLang="en-US" dirty="0" smtClean="0"/>
              <a:t>可选</a:t>
            </a:r>
            <a:r>
              <a:rPr lang="en-US" altLang="zh-CN" dirty="0" smtClean="0"/>
              <a:t>): </a:t>
            </a:r>
            <a:endParaRPr lang="en-US" altLang="zh-CN" dirty="0" smtClean="0"/>
          </a:p>
          <a:p>
            <a:pPr lvl="1"/>
            <a:r>
              <a:rPr lang="en-US" altLang="zh-CN" dirty="0" smtClean="0"/>
              <a:t> gitee</a:t>
            </a:r>
            <a:endParaRPr lang="en-US" altLang="zh-CN" dirty="0" smtClean="0"/>
          </a:p>
          <a:p>
            <a:r>
              <a:rPr lang="zh-CN" altLang="en-US" dirty="0" smtClean="0"/>
              <a:t>代码主要维护者 </a:t>
            </a:r>
            <a:r>
              <a:rPr lang="en-US" altLang="zh-CN" dirty="0" smtClean="0"/>
              <a:t>Founding Maintainers: (</a:t>
            </a:r>
            <a:r>
              <a:rPr lang="zh-CN" altLang="en-US" dirty="0" smtClean="0"/>
              <a:t>可选</a:t>
            </a:r>
            <a:r>
              <a:rPr lang="en-US" altLang="zh-CN" dirty="0" smtClean="0"/>
              <a:t>):</a:t>
            </a:r>
            <a:endParaRPr lang="en-US" altLang="zh-CN" dirty="0" smtClean="0"/>
          </a:p>
          <a:p>
            <a:pPr lvl="1"/>
            <a:r>
              <a:rPr lang="en-US" altLang="zh-CN" dirty="0" smtClean="0"/>
              <a:t> Zen HuiFer</a:t>
            </a:r>
            <a:endParaRPr lang="en-US" altLang="zh-CN" dirty="0"/>
          </a:p>
        </p:txBody>
      </p:sp>
      <p:sp>
        <p:nvSpPr>
          <p:cNvPr id="3" name="内容占位符 2"/>
          <p:cNvSpPr>
            <a:spLocks noGrp="1"/>
          </p:cNvSpPr>
          <p:nvPr>
            <p:ph sz="quarter" idx="11"/>
          </p:nvPr>
        </p:nvSpPr>
        <p:spPr/>
        <p:txBody>
          <a:bodyPr/>
          <a:lstStyle/>
          <a:p>
            <a:endParaRPr lang="en-US" altLang="zh-CN" dirty="0" smtClean="0"/>
          </a:p>
          <a:p>
            <a:pPr marL="0" indent="0">
              <a:buNone/>
            </a:pPr>
            <a:endParaRPr lang="en-US" altLang="zh-CN" dirty="0" smtClean="0"/>
          </a:p>
          <a:p>
            <a:r>
              <a:rPr lang="zh-CN" altLang="en-US" dirty="0" smtClean="0"/>
              <a:t>项目代码量： </a:t>
            </a:r>
            <a:endParaRPr lang="en-US" altLang="zh-CN" dirty="0" smtClean="0"/>
          </a:p>
          <a:p>
            <a:pPr lvl="1"/>
            <a:r>
              <a:rPr lang="en-US" altLang="zh-CN" dirty="0" smtClean="0"/>
              <a:t>Go 20000+</a:t>
            </a:r>
            <a:r>
              <a:rPr lang="zh-CN" altLang="en-US" dirty="0" smtClean="0"/>
              <a:t>行，</a:t>
            </a:r>
            <a:r>
              <a:rPr lang="en-US" altLang="zh-CN" dirty="0" smtClean="0"/>
              <a:t>VUE4000+</a:t>
            </a:r>
            <a:r>
              <a:rPr lang="zh-CN" altLang="en-US" dirty="0" smtClean="0"/>
              <a:t>行</a:t>
            </a:r>
            <a:endParaRPr lang="zh-CN" altLang="en-US" dirty="0" smtClean="0"/>
          </a:p>
          <a:p>
            <a:r>
              <a:rPr lang="zh-CN" altLang="en-US" dirty="0" smtClean="0"/>
              <a:t>沟通渠道</a:t>
            </a:r>
            <a:r>
              <a:rPr lang="en-US" altLang="zh-CN" dirty="0" smtClean="0"/>
              <a:t>Communication Channels : </a:t>
            </a:r>
            <a:endParaRPr lang="en-US" altLang="zh-CN" dirty="0" smtClean="0"/>
          </a:p>
          <a:p>
            <a:pPr lvl="1"/>
            <a:r>
              <a:rPr lang="zh-CN" altLang="en-US" dirty="0" smtClean="0"/>
              <a:t>邮件列表</a:t>
            </a:r>
            <a:r>
              <a:rPr lang="en-US" altLang="zh-CN" dirty="0" smtClean="0"/>
              <a:t>Mailing list</a:t>
            </a:r>
            <a:r>
              <a:rPr lang="zh-CN" altLang="en-US" dirty="0" smtClean="0"/>
              <a:t>： </a:t>
            </a:r>
            <a:r>
              <a:rPr lang="en-US" altLang="zh-CN" dirty="0" smtClean="0"/>
              <a:t>huifer97@163.com</a:t>
            </a:r>
            <a:endParaRPr lang="zh-CN" altLang="en-US" dirty="0" smtClean="0"/>
          </a:p>
          <a:p>
            <a:endParaRPr lang="zh-CN" altLang="en-US" dirty="0"/>
          </a:p>
        </p:txBody>
      </p:sp>
      <p:sp>
        <p:nvSpPr>
          <p:cNvPr id="6" name="内容占位符 2"/>
          <p:cNvSpPr/>
          <p:nvPr/>
        </p:nvSpPr>
        <p:spPr>
          <a:xfrm>
            <a:off x="914400" y="1371600"/>
            <a:ext cx="5711457" cy="5220184"/>
          </a:xfrm>
          <a:prstGeom prst="rect">
            <a:avLst/>
          </a:prstGeom>
        </p:spPr>
        <p:txBody>
          <a:bodyPr vert="horz" lIns="91440" tIns="45720" rIns="91440" bIns="45720" rtlCol="0">
            <a:noAutofit/>
          </a:bodyPr>
          <a:lstStyle>
            <a:lvl1pPr marL="228600" indent="-228600" algn="l" defTabSz="914400" rtl="0" eaLnBrk="1" latinLnBrk="0" hangingPunct="1">
              <a:lnSpc>
                <a:spcPct val="150000"/>
              </a:lnSpc>
              <a:spcBef>
                <a:spcPts val="1000"/>
              </a:spcBef>
              <a:buFont typeface="Arial" panose="020B0704020202090204" pitchFamily="34" charset="0"/>
              <a:buChar char="•"/>
              <a:defRPr sz="2800" kern="1200">
                <a:solidFill>
                  <a:srgbClr val="0070C0"/>
                </a:solidFill>
                <a:latin typeface="仿宋" panose="02010609060101010101" pitchFamily="49" charset="-122"/>
                <a:ea typeface="仿宋" panose="02010609060101010101" pitchFamily="49" charset="-122"/>
                <a:cs typeface="+mn-cs"/>
              </a:defRPr>
            </a:lvl1pPr>
            <a:lvl2pPr marL="685800" indent="-228600" algn="l" defTabSz="914400" rtl="0" eaLnBrk="1" latinLnBrk="0" hangingPunct="1">
              <a:lnSpc>
                <a:spcPct val="150000"/>
              </a:lnSpc>
              <a:spcBef>
                <a:spcPts val="500"/>
              </a:spcBef>
              <a:buFont typeface="仿宋" panose="02010609060101010101" pitchFamily="49" charset="-122"/>
              <a:buChar char="-"/>
              <a:defRPr sz="2400" kern="1200">
                <a:solidFill>
                  <a:srgbClr val="0070C0"/>
                </a:solidFill>
                <a:latin typeface="仿宋" panose="02010609060101010101" pitchFamily="49" charset="-122"/>
                <a:ea typeface="仿宋" panose="02010609060101010101" pitchFamily="49" charset="-122"/>
                <a:cs typeface="+mn-cs"/>
              </a:defRPr>
            </a:lvl2pPr>
            <a:lvl3pPr marL="1371600" indent="-457200" algn="l" defTabSz="914400" rtl="0" eaLnBrk="1" latinLnBrk="0" hangingPunct="1">
              <a:lnSpc>
                <a:spcPct val="150000"/>
              </a:lnSpc>
              <a:spcBef>
                <a:spcPts val="500"/>
              </a:spcBef>
              <a:buFont typeface="+mj-lt"/>
              <a:buAutoNum type="arabicPeriod"/>
              <a:defRPr sz="2000" kern="1200">
                <a:solidFill>
                  <a:srgbClr val="0070C0"/>
                </a:solidFill>
                <a:latin typeface="仿宋" panose="02010609060101010101" pitchFamily="49" charset="-122"/>
                <a:ea typeface="仿宋" panose="02010609060101010101" pitchFamily="49" charset="-122"/>
                <a:cs typeface="+mn-cs"/>
              </a:defRPr>
            </a:lvl3pPr>
            <a:lvl4pPr marL="1714500" indent="-342900" algn="l" defTabSz="914400" rtl="0" eaLnBrk="1" latinLnBrk="0" hangingPunct="1">
              <a:lnSpc>
                <a:spcPct val="150000"/>
              </a:lnSpc>
              <a:spcBef>
                <a:spcPts val="500"/>
              </a:spcBef>
              <a:buFont typeface="+mj-lt"/>
              <a:buAutoNum type="alphaLcParenR"/>
              <a:defRPr sz="1800" kern="1200">
                <a:solidFill>
                  <a:srgbClr val="0070C0"/>
                </a:solidFill>
                <a:latin typeface="仿宋" panose="02010609060101010101" pitchFamily="49" charset="-122"/>
                <a:ea typeface="仿宋" panose="02010609060101010101" pitchFamily="49" charset="-122"/>
                <a:cs typeface="+mn-cs"/>
              </a:defRPr>
            </a:lvl4pPr>
            <a:lvl5pPr marL="2171700" indent="-342900" algn="l" defTabSz="914400" rtl="0" eaLnBrk="1" latinLnBrk="0" hangingPunct="1">
              <a:lnSpc>
                <a:spcPct val="150000"/>
              </a:lnSpc>
              <a:spcBef>
                <a:spcPts val="500"/>
              </a:spcBef>
              <a:buFont typeface="+mj-ea"/>
              <a:buAutoNum type="circleNumDbPlain"/>
              <a:defRPr sz="1800" kern="1200">
                <a:solidFill>
                  <a:srgbClr val="0070C0"/>
                </a:solidFill>
                <a:latin typeface="仿宋" panose="02010609060101010101" pitchFamily="49" charset="-122"/>
                <a:ea typeface="仿宋" panose="02010609060101010101" pitchFamily="49" charset="-122"/>
                <a:cs typeface="+mn-cs"/>
              </a:defRPr>
            </a:lvl5pPr>
            <a:lvl6pPr marL="25146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704020202090204" pitchFamily="34" charset="0"/>
              <a:buChar char="•"/>
              <a:defRPr sz="1800" kern="1200">
                <a:solidFill>
                  <a:schemeClr val="tx1"/>
                </a:solidFill>
                <a:latin typeface="+mn-lt"/>
                <a:ea typeface="+mn-ea"/>
                <a:cs typeface="+mn-cs"/>
              </a:defRPr>
            </a:lvl9pPr>
          </a:lstStyle>
          <a:p>
            <a:endParaRPr lang="en-US" altLang="zh-CN" sz="1600" dirty="0">
              <a:solidFill>
                <a:schemeClr val="tx1"/>
              </a:solidFill>
              <a:latin typeface="阿里巴巴普惠体 2.0 55 Regular" panose="00020600040101010101" pitchFamily="18" charset="-122"/>
              <a:ea typeface="阿里巴巴普惠体 2.0 55 Regular" panose="00020600040101010101" pitchFamily="18" charset="-122"/>
            </a:endParaRPr>
          </a:p>
        </p:txBody>
      </p:sp>
      <p:sp>
        <p:nvSpPr>
          <p:cNvPr id="7" name="Rounded Rectangle 6"/>
          <p:cNvSpPr/>
          <p:nvPr/>
        </p:nvSpPr>
        <p:spPr>
          <a:xfrm>
            <a:off x="9980798" y="486221"/>
            <a:ext cx="1716146" cy="1535809"/>
          </a:xfrm>
          <a:prstGeom prst="roundRect">
            <a:avLst>
              <a:gd name="adj" fmla="val 7551"/>
            </a:avLst>
          </a:prstGeom>
          <a:solidFill>
            <a:schemeClr val="bg1"/>
          </a:solidFill>
          <a:ln>
            <a:solidFill>
              <a:schemeClr val="bg1">
                <a:lumMod val="6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endParaRPr lang="en-US" altLang="zh-CN" sz="2800" b="1"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algn="ctr">
              <a:lnSpc>
                <a:spcPct val="150000"/>
              </a:lnSpc>
            </a:pPr>
            <a:r>
              <a:rPr lang="zh-CN" altLang="en-US" sz="2400" b="1"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项目</a:t>
            </a:r>
            <a:r>
              <a:rPr lang="en-US" altLang="zh-CN" sz="2400" b="1"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Logo</a:t>
            </a:r>
            <a:endParaRPr lang="en-US" altLang="zh-CN" sz="2400" b="1"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algn="ctr">
              <a:lnSpc>
                <a:spcPct val="150000"/>
              </a:lnSpc>
            </a:pPr>
            <a:r>
              <a:rPr lang="en-US" altLang="zh-CN" sz="1600"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t>
            </a:r>
            <a:r>
              <a:rPr lang="zh-CN" altLang="en-US" sz="1600"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可选</a:t>
            </a:r>
            <a:r>
              <a:rPr lang="en-US" altLang="zh-CN" sz="1600"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t>
            </a:r>
            <a:endParaRPr lang="en-US" altLang="zh-CN" sz="1600"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algn="ctr">
              <a:lnSpc>
                <a:spcPct val="150000"/>
              </a:lnSpc>
            </a:pPr>
            <a:endParaRPr lang="en-US" altLang="zh-CN" sz="1600"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p:txBody>
      </p:sp>
      <p:pic>
        <p:nvPicPr>
          <p:cNvPr id="4" name="图片 3" descr="o1"/>
          <p:cNvPicPr>
            <a:picLocks noChangeAspect="1"/>
          </p:cNvPicPr>
          <p:nvPr/>
        </p:nvPicPr>
        <p:blipFill>
          <a:blip r:embed="rId1"/>
          <a:stretch>
            <a:fillRect/>
          </a:stretch>
        </p:blipFill>
        <p:spPr>
          <a:xfrm>
            <a:off x="9858375" y="290195"/>
            <a:ext cx="1838325" cy="18383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项目的执行概要（</a:t>
            </a:r>
            <a:r>
              <a:rPr lang="en-US" altLang="zh-CN" dirty="0"/>
              <a:t>Executive Summary of the Project</a:t>
            </a:r>
            <a:r>
              <a:rPr lang="zh-CN" altLang="en-US" dirty="0"/>
              <a:t>）</a:t>
            </a:r>
            <a:endParaRPr lang="zh-CN" altLang="en-US" dirty="0"/>
          </a:p>
          <a:p>
            <a:pPr lvl="1"/>
            <a:r>
              <a:rPr lang="zh-CN" altLang="en-US" dirty="0"/>
              <a:t>项目目的和目标：</a:t>
            </a:r>
            <a:endParaRPr lang="zh-CN" altLang="en-US" dirty="0"/>
          </a:p>
          <a:p>
            <a:pPr lvl="1"/>
            <a:endParaRPr lang="zh-CN" altLang="en-US" dirty="0"/>
          </a:p>
          <a:p>
            <a:pPr lvl="2"/>
            <a:r>
              <a:rPr lang="zh-CN" altLang="en-US" dirty="0"/>
              <a:t>提供一个稳定、可扩展的物联网平台，以支持各种智能设备的数据收集、处理和分析。</a:t>
            </a:r>
            <a:endParaRPr lang="zh-CN" altLang="en-US" dirty="0"/>
          </a:p>
          <a:p>
            <a:pPr lvl="2"/>
            <a:r>
              <a:rPr lang="zh-CN" altLang="en-US" dirty="0"/>
              <a:t>通过开源协作，促进物联网技术的创新和应用，降低企业进入物联网领域的门槛。</a:t>
            </a:r>
            <a:endParaRPr lang="zh-CN" altLang="en-US" dirty="0"/>
          </a:p>
          <a:p>
            <a:pPr lvl="2"/>
            <a:r>
              <a:rPr lang="zh-CN" altLang="en-US" dirty="0"/>
              <a:t>支持设备间的通信和数据交换，实现设备智能化和自动化管理。</a:t>
            </a:r>
            <a:endParaRPr lang="zh-CN" altLang="en-US" dirty="0"/>
          </a:p>
          <a:p>
            <a:pPr lvl="1"/>
            <a:r>
              <a:rPr lang="zh-CN" altLang="en-US" dirty="0"/>
              <a:t>项目旨在解决的问题或满足的需求：</a:t>
            </a:r>
            <a:endParaRPr lang="zh-CN" altLang="en-US" dirty="0"/>
          </a:p>
          <a:p>
            <a:pPr lvl="2"/>
            <a:r>
              <a:rPr lang="zh-CN" altLang="en-US" dirty="0"/>
              <a:t>物联网设备数量的快速增长带来了对数据处理和管理的高要求。</a:t>
            </a:r>
            <a:endParaRPr lang="zh-CN" altLang="en-US" dirty="0"/>
          </a:p>
          <a:p>
            <a:pPr lvl="2"/>
            <a:r>
              <a:rPr lang="zh-CN" altLang="en-US" dirty="0"/>
              <a:t>需要一个能够处理大量设备数据的平台，以支持实时监控和分析。</a:t>
            </a:r>
            <a:endParaRPr lang="zh-CN" altLang="en-US" dirty="0"/>
          </a:p>
          <a:p>
            <a:pPr lvl="2"/>
            <a:r>
              <a:rPr lang="zh-CN" altLang="en-US" dirty="0"/>
              <a:t>企业需要一个灵活的平台来快速部署和扩展物联网解决方案。</a:t>
            </a:r>
            <a:endParaRPr lang="zh-CN" altLang="en-US" dirty="0"/>
          </a:p>
          <a:p>
            <a:pPr lvl="1"/>
            <a:r>
              <a:rPr lang="zh-CN" altLang="en-US" dirty="0"/>
              <a:t>项目采用的方法、技术和策略：</a:t>
            </a:r>
            <a:r>
              <a:rPr lang="en-US" altLang="zh-CN" dirty="0"/>
              <a:t>	</a:t>
            </a:r>
            <a:endParaRPr lang="zh-CN" altLang="en-US" dirty="0"/>
          </a:p>
          <a:p>
            <a:pPr lvl="2"/>
            <a:r>
              <a:rPr lang="zh-CN" altLang="en-US" dirty="0"/>
              <a:t>采用 Go 语言开发，利用其并发处理能力和性能优势，以支持高并发的设备连接和数据流。</a:t>
            </a:r>
            <a:endParaRPr lang="zh-CN" altLang="en-US" dirty="0"/>
          </a:p>
          <a:p>
            <a:pPr lvl="2"/>
            <a:r>
              <a:rPr lang="zh-CN" altLang="en-US" dirty="0"/>
              <a:t>采用模块化设计，便于扩展和维护，同时支持多种物联网协议和数据格式。</a:t>
            </a:r>
            <a:endParaRPr lang="zh-CN" altLang="en-US" dirty="0"/>
          </a:p>
          <a:p>
            <a:pPr lvl="2"/>
            <a:r>
              <a:rPr lang="zh-CN" altLang="en-US" dirty="0"/>
              <a:t>实现了设备注册、数据收集、数据处理、数据分析和可视化等功能，以满足不同业务场景的需求。</a:t>
            </a:r>
            <a:endParaRPr lang="zh-CN" altLang="en-US" dirty="0"/>
          </a:p>
          <a:p>
            <a:pPr lvl="2"/>
            <a:r>
              <a:rPr lang="zh-CN" altLang="en-US" dirty="0"/>
              <a:t>提供了API接口，方便与其他系统集成和二次开发。</a:t>
            </a:r>
            <a:endParaRPr lang="zh-CN" altLang="en-US" dirty="0"/>
          </a:p>
        </p:txBody>
      </p:sp>
      <p:sp>
        <p:nvSpPr>
          <p:cNvPr id="5" name="Title 4"/>
          <p:cNvSpPr>
            <a:spLocks noGrp="1"/>
          </p:cNvSpPr>
          <p:nvPr>
            <p:ph type="title"/>
          </p:nvPr>
        </p:nvSpPr>
        <p:spPr>
          <a:prstGeom prst="rect">
            <a:avLst/>
          </a:prstGeom>
        </p:spPr>
        <p:txBody>
          <a:bodyPr/>
          <a:lstStyle/>
          <a:p>
            <a:r>
              <a:rPr lang="en-US"/>
              <a:t>二、项目整体概括</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sz="quarter" idx="10"/>
          </p:nvPr>
        </p:nvSpPr>
        <p:spPr/>
        <p:txBody>
          <a:bodyPr/>
          <a:lstStyle/>
          <a:p>
            <a:r>
              <a:rPr lang="zh-CN" altLang="en-US" dirty="0"/>
              <a:t>发起该项目的初衷 </a:t>
            </a:r>
            <a:r>
              <a:rPr lang="en-US" altLang="zh-CN" dirty="0"/>
              <a:t>Reason for initiating the project</a:t>
            </a:r>
            <a:r>
              <a:rPr lang="zh-CN" altLang="en-US" dirty="0"/>
              <a:t>： </a:t>
            </a:r>
            <a:endParaRPr lang="zh-CN" altLang="en-US" dirty="0"/>
          </a:p>
          <a:p>
            <a:pPr lvl="1"/>
            <a:r>
              <a:rPr lang="zh-CN" altLang="en-US" dirty="0"/>
              <a:t>市场需求：随着物联网技术的快速发展，市场对于能够处理大量设备数据、支持设备间通信和数据交换的平台的需求日益增长。</a:t>
            </a:r>
            <a:endParaRPr lang="zh-CN" altLang="en-US" dirty="0"/>
          </a:p>
          <a:p>
            <a:pPr lvl="1"/>
            <a:r>
              <a:rPr lang="zh-CN" altLang="en-US" dirty="0"/>
              <a:t>降低门槛：提供一个开源的物联网平台，可以帮助中小企业和个人开发者以较低的成本进入物联网领域，加速物联网技术的应用和普及。</a:t>
            </a:r>
            <a:endParaRPr lang="zh-CN" altLang="en-US" dirty="0"/>
          </a:p>
          <a:p>
            <a:pPr lvl="1"/>
            <a:r>
              <a:rPr lang="zh-CN" altLang="en-US" dirty="0"/>
              <a:t>创新驱动：物联网领域不断涌现出新的技术和应用场景，项目发起者可能希望通过这个平台来探索和实现新的物联网应用，推动行业的创新。</a:t>
            </a:r>
            <a:endParaRPr lang="zh-CN" altLang="en-US" dirty="0"/>
          </a:p>
          <a:p>
            <a:pPr lvl="1"/>
            <a:r>
              <a:rPr lang="zh-CN" altLang="en-US" dirty="0"/>
              <a:t>数据洞察：通过收集和分析来自各种物联网设备的数据，项目旨在提供深入的业务洞察，帮助用户做出更明智的决策。</a:t>
            </a:r>
            <a:endParaRPr lang="zh-CN" altLang="en-US" dirty="0"/>
          </a:p>
          <a:p>
            <a:r>
              <a:rPr lang="zh-CN" altLang="en-US" dirty="0"/>
              <a:t>项目的必要性和紧迫性 </a:t>
            </a:r>
            <a:r>
              <a:rPr lang="en-US" altLang="zh-CN" dirty="0"/>
              <a:t>Necessity and urgency of the project</a:t>
            </a:r>
            <a:r>
              <a:rPr lang="zh-CN" altLang="en-US" dirty="0"/>
              <a:t>：</a:t>
            </a:r>
            <a:endParaRPr lang="zh-CN" altLang="en-US" dirty="0"/>
          </a:p>
          <a:p>
            <a:pPr lvl="1"/>
            <a:r>
              <a:rPr lang="zh-CN" altLang="en-US" dirty="0"/>
              <a:t>数据驱动决策：在数据驱动的经济中，能够快速获取和分析数据对于保持竞争力至关重要。</a:t>
            </a:r>
            <a:endParaRPr lang="zh-CN" altLang="en-US" dirty="0"/>
          </a:p>
          <a:p>
            <a:pPr lvl="1"/>
            <a:r>
              <a:rPr lang="zh-CN" altLang="en-US" dirty="0"/>
              <a:t>业务效率：物联网平台可以提高运营效率，减少人力成本，通过自动化和智能化提高生产力。</a:t>
            </a:r>
            <a:endParaRPr lang="zh-CN" altLang="en-US" dirty="0"/>
          </a:p>
          <a:p>
            <a:pPr lvl="1"/>
            <a:r>
              <a:rPr dirty="0"/>
              <a:t>数据孤岛问题：许多物联网平台在设计时未能充分考虑数据整合的需求，导致数据孤岛现象，阻碍了数据的全面利用。</a:t>
            </a:r>
            <a:endParaRPr dirty="0"/>
          </a:p>
          <a:p>
            <a:endParaRPr lang="zh-CN" altLang="en-US" dirty="0"/>
          </a:p>
          <a:p>
            <a:endParaRPr lang="zh-CN" altLang="en-US" dirty="0"/>
          </a:p>
          <a:p>
            <a:endParaRPr lang="zh-CN" altLang="en-US" dirty="0"/>
          </a:p>
        </p:txBody>
      </p:sp>
      <p:sp>
        <p:nvSpPr>
          <p:cNvPr id="5" name="Title 4"/>
          <p:cNvSpPr>
            <a:spLocks noGrp="1"/>
          </p:cNvSpPr>
          <p:nvPr>
            <p:ph type="title"/>
          </p:nvPr>
        </p:nvSpPr>
        <p:spPr>
          <a:prstGeom prst="rect">
            <a:avLst/>
          </a:prstGeom>
        </p:spPr>
        <p:txBody>
          <a:bodyPr/>
          <a:lstStyle/>
          <a:p>
            <a:r>
              <a:rPr lang="en-US"/>
              <a:t>二、项目整体概括</a:t>
            </a: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smtClean="0"/>
              <a:t>技术</a:t>
            </a:r>
            <a:r>
              <a:rPr lang="zh-CN" altLang="en-US" dirty="0"/>
              <a:t>价值：</a:t>
            </a:r>
            <a:endParaRPr lang="zh-CN" altLang="en-US" dirty="0"/>
          </a:p>
          <a:p>
            <a:pPr lvl="1"/>
            <a:r>
              <a:rPr lang="zh-CN" altLang="en-US" dirty="0"/>
              <a:t>项目可能具备高效的数据处理引擎，能够处理和分析来自不同设备的数据。这包括数据清洗、转换、存储和分析，为业务决策提供支持。</a:t>
            </a:r>
            <a:endParaRPr lang="zh-CN" altLang="en-US" dirty="0"/>
          </a:p>
          <a:p>
            <a:pPr lvl="1"/>
            <a:r>
              <a:rPr lang="zh-CN" altLang="en-US" dirty="0"/>
              <a:t>物联网平台需要处理大量的数据存储需求。“go-iot-platform”支持多种数据库和存储解决方案，以适应不同的数据存储和查询需求。</a:t>
            </a:r>
            <a:endParaRPr lang="zh-CN" altLang="en-US" dirty="0"/>
          </a:p>
          <a:p>
            <a:r>
              <a:rPr lang="zh-CN" altLang="en-US" dirty="0"/>
              <a:t>商业价值：</a:t>
            </a:r>
            <a:endParaRPr lang="zh-CN" altLang="en-US" dirty="0"/>
          </a:p>
          <a:p>
            <a:pPr lvl="1"/>
            <a:r>
              <a:rPr lang="en-US" altLang="zh-CN" dirty="0" smtClean="0"/>
              <a:t>作为一个开源项目，企业可以免费使用“go-iot-platform”，这大大减少了购买专有软件的成本。此外，开源社区的贡献可以进一步降低定制开发和维护的成本。</a:t>
            </a:r>
            <a:endParaRPr lang="en-US" altLang="zh-CN" dirty="0" smtClean="0"/>
          </a:p>
          <a:p>
            <a:pPr lvl="1"/>
            <a:r>
              <a:rPr lang="en-US" altLang="zh-CN" dirty="0" smtClean="0"/>
              <a:t>通过使用“go-iot-platform”，企业可以集中资源在产品差异化和创新上，而不是基础的物联网功能实现，这有助于提高其在市场上的竞争力。</a:t>
            </a:r>
            <a:endParaRPr lang="en-US" altLang="zh-CN" dirty="0" smtClean="0"/>
          </a:p>
          <a:p>
            <a:pPr lvl="1"/>
            <a:endParaRPr lang="zh-CN" altLang="en-US" dirty="0"/>
          </a:p>
          <a:p>
            <a:r>
              <a:rPr lang="zh-CN" altLang="en-US" dirty="0"/>
              <a:t>生态价值</a:t>
            </a:r>
            <a:r>
              <a:rPr lang="zh-CN" altLang="en-US" dirty="0" smtClean="0"/>
              <a:t>：</a:t>
            </a:r>
            <a:endParaRPr lang="en-US" altLang="zh-CN" dirty="0" smtClean="0"/>
          </a:p>
          <a:p>
            <a:pPr lvl="1"/>
            <a:r>
              <a:rPr lang="en-US" altLang="zh-CN" dirty="0" smtClean="0"/>
              <a:t>开源项目鼓励技术共享，不同组织和开发者可以基于“go-iot-platform”进行协作，共同解决技术难题，推动整个行业的进步。</a:t>
            </a:r>
            <a:endParaRPr lang="en-US" altLang="zh-CN" dirty="0" smtClean="0"/>
          </a:p>
          <a:p>
            <a:pPr lvl="1"/>
            <a:endParaRPr lang="zh-CN" altLang="en-US" dirty="0"/>
          </a:p>
          <a:p>
            <a:endParaRPr lang="zh-CN" altLang="en-US" dirty="0"/>
          </a:p>
        </p:txBody>
      </p:sp>
      <p:sp>
        <p:nvSpPr>
          <p:cNvPr id="5" name="Title 4"/>
          <p:cNvSpPr>
            <a:spLocks noGrp="1"/>
          </p:cNvSpPr>
          <p:nvPr>
            <p:ph type="title"/>
          </p:nvPr>
        </p:nvSpPr>
        <p:spPr/>
        <p:txBody>
          <a:bodyPr/>
          <a:lstStyle/>
          <a:p>
            <a:r>
              <a:rPr lang="en-US" dirty="0" err="1" smtClean="0"/>
              <a:t>二、项目整体概括</a:t>
            </a:r>
            <a:r>
              <a:rPr lang="en-US" dirty="0" smtClean="0"/>
              <a:t>--</a:t>
            </a:r>
            <a:r>
              <a:rPr lang="zh-CN" altLang="en-US" dirty="0" smtClean="0"/>
              <a:t>项目价值 </a:t>
            </a:r>
            <a:r>
              <a:rPr lang="en-US" altLang="zh-CN" dirty="0" smtClean="0"/>
              <a:t>Value Position</a:t>
            </a:r>
            <a:r>
              <a:rPr lang="zh-CN" altLang="en-US" dirty="0" smtClean="0"/>
              <a:t>：</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zh-CN" dirty="0" smtClean="0">
                <a:sym typeface="+mn-ea"/>
              </a:rPr>
              <a:t>项目的技术领域</a:t>
            </a:r>
            <a:r>
              <a:rPr lang="en-US" altLang="zh-CN" dirty="0" smtClean="0">
                <a:sym typeface="+mn-ea"/>
              </a:rPr>
              <a:t> </a:t>
            </a:r>
            <a:r>
              <a:rPr lang="en-US" altLang="zh-CN" sz="1600" b="0" dirty="0" smtClean="0">
                <a:sym typeface="+mn-ea"/>
              </a:rPr>
              <a:t>Project Tech Area</a:t>
            </a:r>
            <a:r>
              <a:rPr lang="zh-CN" altLang="zh-CN" sz="1600" b="0" dirty="0" smtClean="0">
                <a:sym typeface="+mn-ea"/>
              </a:rPr>
              <a:t>：</a:t>
            </a:r>
            <a:endParaRPr lang="zh-CN" altLang="zh-CN" sz="1600" b="0" dirty="0" smtClean="0">
              <a:sym typeface="+mn-ea"/>
            </a:endParaRPr>
          </a:p>
          <a:p>
            <a:pPr lvl="1"/>
            <a:r>
              <a:rPr lang="en-US" altLang="zh-CN" dirty="0" smtClean="0"/>
              <a:t> 物联网（IoT）技术领域</a:t>
            </a:r>
            <a:endParaRPr lang="en-US" altLang="zh-CN" dirty="0" smtClean="0"/>
          </a:p>
          <a:p>
            <a:pPr lvl="1"/>
            <a:endParaRPr lang="zh-CN" altLang="en-US" dirty="0" smtClean="0"/>
          </a:p>
          <a:p>
            <a:r>
              <a:rPr lang="zh-CN" altLang="en-US" dirty="0" smtClean="0">
                <a:sym typeface="+mn-ea"/>
              </a:rPr>
              <a:t>项目所属技术领域中，国内、国外技术的整体情况，国内外类似项目情况</a:t>
            </a:r>
            <a:r>
              <a:rPr lang="zh-CN" altLang="en-US" sz="1600" b="0" dirty="0" smtClean="0">
                <a:sym typeface="+mn-ea"/>
              </a:rPr>
              <a:t>The </a:t>
            </a:r>
            <a:r>
              <a:rPr lang="en-US" altLang="zh-CN" sz="1600" b="0" dirty="0" smtClean="0">
                <a:sym typeface="+mn-ea"/>
              </a:rPr>
              <a:t>O</a:t>
            </a:r>
            <a:r>
              <a:rPr lang="zh-CN" altLang="en-US" sz="1600" b="0" dirty="0" smtClean="0">
                <a:sym typeface="+mn-ea"/>
              </a:rPr>
              <a:t>verall situation of domestic and foreign technologies in the technical field of the project, as well as similar projects at home and abroad：</a:t>
            </a:r>
            <a:endParaRPr lang="zh-CN" altLang="en-US" sz="1600" b="0" dirty="0" smtClean="0">
              <a:sym typeface="+mn-ea"/>
            </a:endParaRPr>
          </a:p>
          <a:p>
            <a:pPr lvl="1"/>
            <a:r>
              <a:rPr lang="en-US" altLang="zh-CN" dirty="0" smtClean="0">
                <a:sym typeface="+mn-ea"/>
              </a:rPr>
              <a:t>政策支持：中国政府大力支持物联网技术的发展，出台了一系列政策和规划，推动物联网技术的研究和应用。</a:t>
            </a:r>
            <a:endParaRPr lang="en-US" altLang="zh-CN" dirty="0" smtClean="0">
              <a:sym typeface="+mn-ea"/>
            </a:endParaRPr>
          </a:p>
          <a:p>
            <a:pPr lvl="1"/>
            <a:r>
              <a:rPr lang="en-US" altLang="zh-CN" dirty="0" smtClean="0">
                <a:sym typeface="+mn-ea"/>
              </a:rPr>
              <a:t>市场规模：中国物联网市场规模庞大，应用场景丰富，包括智能家居、智慧城市、工业自动化等多个领域。</a:t>
            </a:r>
            <a:endParaRPr lang="en-US" altLang="zh-CN" dirty="0" smtClean="0">
              <a:sym typeface="+mn-ea"/>
            </a:endParaRPr>
          </a:p>
          <a:p>
            <a:pPr lvl="1"/>
            <a:r>
              <a:rPr lang="zh-CN" altLang="en-US" dirty="0" smtClean="0">
                <a:sym typeface="+mn-ea"/>
              </a:rPr>
              <a:t>类似项目：</a:t>
            </a:r>
            <a:endParaRPr lang="zh-CN" altLang="en-US" dirty="0" smtClean="0">
              <a:sym typeface="+mn-ea"/>
            </a:endParaRPr>
          </a:p>
          <a:p>
            <a:pPr lvl="2"/>
            <a:r>
              <a:rPr lang="en-US" altLang="zh-CN" dirty="0" smtClean="0">
                <a:sym typeface="+mn-ea"/>
              </a:rPr>
              <a:t>阿里云IoT：提供全面的物联网服务，包括设备接入、数据存储、数据分析等。</a:t>
            </a:r>
            <a:endParaRPr lang="en-US" altLang="zh-CN" dirty="0" smtClean="0">
              <a:sym typeface="+mn-ea"/>
            </a:endParaRPr>
          </a:p>
          <a:p>
            <a:pPr lvl="2"/>
            <a:r>
              <a:rPr lang="en-US" altLang="zh-CN" dirty="0" smtClean="0">
                <a:sym typeface="+mn-ea"/>
              </a:rPr>
              <a:t>腾讯云IoT：提供设备管理、数据分析、智能应用开发等服务。</a:t>
            </a:r>
            <a:endParaRPr lang="en-US" altLang="zh-CN" dirty="0" smtClean="0">
              <a:sym typeface="+mn-ea"/>
            </a:endParaRPr>
          </a:p>
          <a:p>
            <a:pPr lvl="2"/>
            <a:r>
              <a:rPr lang="en-US" altLang="zh-CN" dirty="0" smtClean="0">
                <a:sym typeface="+mn-ea"/>
              </a:rPr>
              <a:t>华为OceanConnect IoT：华为的物联网平台，提供设备连接、数据管理、应用开发等能力。</a:t>
            </a:r>
            <a:endParaRPr lang="en-US" altLang="zh-CN" dirty="0" smtClean="0">
              <a:sym typeface="+mn-ea"/>
            </a:endParaRPr>
          </a:p>
          <a:p>
            <a:pPr lvl="1"/>
            <a:endParaRPr lang="en-US" altLang="zh-CN" dirty="0">
              <a:sym typeface="+mn-ea"/>
            </a:endParaRPr>
          </a:p>
          <a:p>
            <a:pPr lvl="1"/>
            <a:endParaRPr lang="zh-CN" altLang="en-US" dirty="0" smtClean="0">
              <a:sym typeface="+mn-ea"/>
            </a:endParaRPr>
          </a:p>
          <a:p>
            <a:pPr lvl="1"/>
            <a:endParaRPr lang="zh-CN" altLang="en-US" dirty="0" smtClean="0">
              <a:sym typeface="+mn-ea"/>
            </a:endParaRPr>
          </a:p>
          <a:p>
            <a:pPr lvl="1"/>
            <a:endParaRPr lang="zh-CN" altLang="en-US" dirty="0"/>
          </a:p>
        </p:txBody>
      </p:sp>
      <p:sp>
        <p:nvSpPr>
          <p:cNvPr id="5" name="Title 4"/>
          <p:cNvSpPr>
            <a:spLocks noGrp="1"/>
          </p:cNvSpPr>
          <p:nvPr>
            <p:ph type="title"/>
          </p:nvPr>
        </p:nvSpPr>
        <p:spPr/>
        <p:txBody>
          <a:bodyPr/>
          <a:lstStyle/>
          <a:p>
            <a:r>
              <a:rPr lang="en-US" smtClean="0"/>
              <a:t>二、项目整体概括</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mtClean="0"/>
              <a:t>三、架构 High-level Architecture</a:t>
            </a:r>
            <a:endParaRPr lang="en-US"/>
          </a:p>
        </p:txBody>
      </p:sp>
      <p:sp>
        <p:nvSpPr>
          <p:cNvPr id="9" name="内容占位符 8"/>
          <p:cNvSpPr>
            <a:spLocks noGrp="1"/>
          </p:cNvSpPr>
          <p:nvPr>
            <p:ph sz="quarter" idx="10"/>
          </p:nvPr>
        </p:nvSpPr>
        <p:spPr>
          <a:xfrm>
            <a:off x="688770" y="1323973"/>
            <a:ext cx="5159828" cy="4962525"/>
          </a:xfrm>
          <a:prstGeom prst="roundRect">
            <a:avLst>
              <a:gd name="adj" fmla="val 8417"/>
            </a:avLst>
          </a:prstGeom>
          <a:ln>
            <a:solidFill>
              <a:schemeClr val="tx1"/>
            </a:solidFill>
            <a:prstDash val="dash"/>
          </a:ln>
        </p:spPr>
        <p:txBody>
          <a:bodyPr/>
          <a:lstStyle/>
          <a:p>
            <a:pPr marL="0" indent="0" algn="ctr">
              <a:lnSpc>
                <a:spcPct val="150000"/>
              </a:lnSpc>
              <a:buNone/>
            </a:pPr>
            <a:endParaRPr lang="en-US" altLang="zh-CN" sz="3600" dirty="0" smtClean="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0" indent="0" algn="ctr">
              <a:lnSpc>
                <a:spcPct val="150000"/>
              </a:lnSpc>
              <a:buNone/>
            </a:pPr>
            <a:r>
              <a:rPr lang="zh-CN" altLang="zh-CN" sz="3600" dirty="0" smtClean="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项目</a:t>
            </a:r>
            <a:r>
              <a:rPr lang="zh-CN" altLang="zh-CN" sz="3600"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架构图</a:t>
            </a:r>
            <a:endParaRPr lang="en-US" altLang="en-US" sz="3600"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0" indent="0" algn="ctr">
              <a:lnSpc>
                <a:spcPct val="150000"/>
              </a:lnSpc>
              <a:buNone/>
            </a:pPr>
            <a:r>
              <a:rPr lang="en-US" altLang="en-US"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t>
            </a:r>
            <a:r>
              <a:rPr lang="zh-CN" altLang="zh-CN"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可包含与上下游周边关联开源项目的关系</a:t>
            </a:r>
            <a:r>
              <a:rPr lang="en-US" altLang="en-US"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rPr>
              <a:t>)</a:t>
            </a:r>
            <a:endParaRPr lang="en-US" altLang="en-US" dirty="0">
              <a:solidFill>
                <a:schemeClr val="bg1">
                  <a:lumMod val="75000"/>
                </a:schemeClr>
              </a:solidFill>
              <a:latin typeface="阿里巴巴普惠体 2.0 55 Regular" panose="00020600040101010101" pitchFamily="18" charset="-122"/>
              <a:ea typeface="阿里巴巴普惠体 2.0 55 Regular" panose="00020600040101010101" pitchFamily="18" charset="-122"/>
              <a:cs typeface="阿里巴巴普惠体 2.0 55 Regular" panose="00020600040101010101" pitchFamily="18" charset="-122"/>
            </a:endParaRPr>
          </a:p>
          <a:p>
            <a:pPr marL="0" indent="0">
              <a:buNone/>
            </a:pPr>
            <a:endParaRPr lang="zh-CN" altLang="en-US" dirty="0"/>
          </a:p>
        </p:txBody>
      </p:sp>
      <p:sp>
        <p:nvSpPr>
          <p:cNvPr id="3" name="内容占位符 2"/>
          <p:cNvSpPr>
            <a:spLocks noGrp="1"/>
          </p:cNvSpPr>
          <p:nvPr>
            <p:ph sz="quarter" idx="11"/>
          </p:nvPr>
        </p:nvSpPr>
        <p:spPr/>
        <p:txBody>
          <a:bodyPr/>
          <a:lstStyle/>
          <a:p>
            <a:pPr lvl="0"/>
            <a:r>
              <a:rPr lang="zh-CN" altLang="zh-CN" dirty="0" smtClean="0"/>
              <a:t>高阶架构</a:t>
            </a:r>
            <a:r>
              <a:rPr lang="en-US" altLang="en-US" dirty="0" smtClean="0"/>
              <a:t>High-level Architecture </a:t>
            </a:r>
            <a:endParaRPr lang="en-US" altLang="en-US" dirty="0" smtClean="0"/>
          </a:p>
          <a:p>
            <a:pPr lvl="0"/>
            <a:r>
              <a:rPr lang="zh-CN" altLang="zh-CN" dirty="0" smtClean="0"/>
              <a:t>与周边开源项目关系（依赖关系）</a:t>
            </a:r>
            <a:r>
              <a:rPr lang="en-US" altLang="en-US" dirty="0" smtClean="0"/>
              <a:t>: </a:t>
            </a:r>
            <a:endParaRPr lang="en-US" altLang="en-US" dirty="0" smtClean="0"/>
          </a:p>
          <a:p>
            <a:pPr lvl="1"/>
            <a:r>
              <a:rPr lang="en-US" altLang="zh-CN" dirty="0" smtClean="0"/>
              <a:t>Gin</a:t>
            </a:r>
            <a:endParaRPr lang="en-US" altLang="zh-CN" dirty="0" smtClean="0"/>
          </a:p>
          <a:p>
            <a:pPr lvl="1"/>
            <a:r>
              <a:rPr lang="en-US" altLang="zh-CN" dirty="0" smtClean="0"/>
              <a:t>Rabbitmq</a:t>
            </a:r>
            <a:endParaRPr lang="en-US" altLang="zh-CN" dirty="0" smtClean="0"/>
          </a:p>
          <a:p>
            <a:pPr lvl="1"/>
            <a:r>
              <a:rPr lang="en-US" altLang="zh-CN" dirty="0" smtClean="0"/>
              <a:t>Influxdb</a:t>
            </a:r>
            <a:endParaRPr lang="en-US" altLang="zh-CN" dirty="0" smtClean="0"/>
          </a:p>
          <a:p>
            <a:pPr lvl="1"/>
            <a:r>
              <a:rPr lang="en-US" altLang="zh-CN" dirty="0" smtClean="0"/>
              <a:t>MongoDB</a:t>
            </a:r>
            <a:endParaRPr lang="en-US" altLang="zh-CN" dirty="0" smtClean="0"/>
          </a:p>
          <a:p>
            <a:pPr lvl="1"/>
            <a:r>
              <a:rPr lang="en-US" altLang="zh-CN" dirty="0" smtClean="0"/>
              <a:t>MySQL</a:t>
            </a:r>
            <a:endParaRPr lang="en-US" altLang="zh-CN" dirty="0" smtClean="0"/>
          </a:p>
          <a:p>
            <a:pPr lvl="1"/>
            <a:r>
              <a:rPr lang="en-US" altLang="zh-CN" dirty="0" smtClean="0"/>
              <a:t>Redis</a:t>
            </a:r>
            <a:endParaRPr lang="en-US" altLang="zh-CN" dirty="0" smtClean="0"/>
          </a:p>
          <a:p>
            <a:pPr marL="457200" lvl="1" indent="0">
              <a:buNone/>
            </a:pPr>
            <a:endParaRPr lang="zh-CN" altLang="zh-CN" dirty="0" smtClean="0"/>
          </a:p>
          <a:p>
            <a:endParaRPr lang="zh-CN" altLang="en-US" dirty="0"/>
          </a:p>
        </p:txBody>
      </p:sp>
      <p:pic>
        <p:nvPicPr>
          <p:cNvPr id="2" name="图片 1" descr="网络-数据结构图"/>
          <p:cNvPicPr>
            <a:picLocks noChangeAspect="1"/>
          </p:cNvPicPr>
          <p:nvPr/>
        </p:nvPicPr>
        <p:blipFill>
          <a:blip r:embed="rId1"/>
          <a:stretch>
            <a:fillRect/>
          </a:stretch>
        </p:blipFill>
        <p:spPr>
          <a:xfrm>
            <a:off x="599440" y="2320290"/>
            <a:ext cx="5338445" cy="2448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smtClean="0">
                <a:sym typeface="+mn-ea"/>
              </a:rPr>
              <a:t>系统的主要功能和特点：</a:t>
            </a:r>
            <a:endParaRPr lang="zh-CN" altLang="en-US" dirty="0" smtClean="0">
              <a:sym typeface="+mn-ea"/>
            </a:endParaRPr>
          </a:p>
          <a:p>
            <a:pPr lvl="1"/>
            <a:r>
              <a:rPr lang="zh-CN" altLang="en-US" dirty="0" smtClean="0">
                <a:sym typeface="+mn-ea"/>
              </a:rPr>
              <a:t>海量</a:t>
            </a:r>
            <a:r>
              <a:rPr lang="en-US" altLang="zh-CN" dirty="0" smtClean="0">
                <a:sym typeface="+mn-ea"/>
              </a:rPr>
              <a:t>MQTT</a:t>
            </a:r>
            <a:r>
              <a:rPr lang="zh-CN" altLang="en-US" dirty="0" smtClean="0">
                <a:sym typeface="+mn-ea"/>
              </a:rPr>
              <a:t>客户端管理方案</a:t>
            </a:r>
            <a:endParaRPr lang="zh-CN" altLang="en-US" dirty="0" smtClean="0">
              <a:sym typeface="+mn-ea"/>
            </a:endParaRPr>
          </a:p>
          <a:p>
            <a:pPr lvl="2"/>
            <a:r>
              <a:rPr sz="1600" dirty="0" smtClean="0">
                <a:sym typeface="+mn-ea"/>
              </a:rPr>
              <a:t>我们自主开发的监控系统确保MQTT客户端能够持续稳定地保持在线。该系统具有负载平衡能力，可以在发生故障时自动切换。</a:t>
            </a:r>
            <a:endParaRPr sz="1600" dirty="0" smtClean="0">
              <a:sym typeface="+mn-ea"/>
            </a:endParaRPr>
          </a:p>
          <a:p>
            <a:pPr lvl="1"/>
            <a:r>
              <a:rPr lang="zh-CN" altLang="en-US" dirty="0" smtClean="0">
                <a:sym typeface="+mn-ea"/>
              </a:rPr>
              <a:t>数据阈值报警</a:t>
            </a:r>
            <a:endParaRPr lang="zh-CN" altLang="en-US" dirty="0" smtClean="0">
              <a:sym typeface="+mn-ea"/>
            </a:endParaRPr>
          </a:p>
          <a:p>
            <a:pPr lvl="2"/>
            <a:r>
              <a:rPr lang="zh-CN" altLang="en-US" sz="1600" dirty="0" smtClean="0">
                <a:sym typeface="+mn-ea"/>
              </a:rPr>
              <a:t>支持通过可视化界面的方式快速配置报警阈值。</a:t>
            </a:r>
            <a:endParaRPr lang="en-US" altLang="zh-CN" dirty="0" smtClean="0">
              <a:sym typeface="+mn-ea"/>
            </a:endParaRPr>
          </a:p>
          <a:p>
            <a:pPr lvl="1"/>
            <a:r>
              <a:rPr lang="zh-CN" altLang="en-US" dirty="0" smtClean="0">
                <a:sym typeface="+mn-ea"/>
              </a:rPr>
              <a:t>数据复杂报警</a:t>
            </a:r>
            <a:endParaRPr lang="zh-CN" altLang="en-US" dirty="0" smtClean="0">
              <a:sym typeface="+mn-ea"/>
            </a:endParaRPr>
          </a:p>
          <a:p>
            <a:pPr lvl="2"/>
            <a:r>
              <a:rPr lang="zh-CN" altLang="en-US" sz="1600" dirty="0" smtClean="0">
                <a:sym typeface="+mn-ea"/>
              </a:rPr>
              <a:t>支持通过</a:t>
            </a:r>
            <a:r>
              <a:rPr lang="en-US" altLang="zh-CN" sz="1600" dirty="0" smtClean="0">
                <a:sym typeface="+mn-ea"/>
              </a:rPr>
              <a:t>JavaScript</a:t>
            </a:r>
            <a:r>
              <a:rPr lang="zh-CN" altLang="en-US" sz="1600" dirty="0" smtClean="0">
                <a:sym typeface="+mn-ea"/>
              </a:rPr>
              <a:t>编写报警逻辑进行报警处理。</a:t>
            </a:r>
            <a:endParaRPr lang="en-US" altLang="zh-CN" dirty="0" smtClean="0">
              <a:sym typeface="+mn-ea"/>
            </a:endParaRPr>
          </a:p>
          <a:p>
            <a:pPr lvl="1"/>
            <a:r>
              <a:rPr lang="zh-CN" altLang="en-US" dirty="0" smtClean="0">
                <a:sym typeface="+mn-ea"/>
              </a:rPr>
              <a:t>离线计算</a:t>
            </a:r>
            <a:endParaRPr lang="zh-CN" altLang="en-US" dirty="0" smtClean="0">
              <a:sym typeface="+mn-ea"/>
            </a:endParaRPr>
          </a:p>
          <a:p>
            <a:pPr lvl="2"/>
            <a:r>
              <a:rPr lang="zh-CN" altLang="en-US" sz="1600" dirty="0" smtClean="0">
                <a:sym typeface="+mn-ea"/>
              </a:rPr>
              <a:t>支持通过</a:t>
            </a:r>
            <a:r>
              <a:rPr lang="en-US" altLang="zh-CN" sz="1600" dirty="0" smtClean="0">
                <a:sym typeface="+mn-ea"/>
              </a:rPr>
              <a:t>JavaScript </a:t>
            </a:r>
            <a:r>
              <a:rPr lang="zh-CN" altLang="en-US" sz="1600" dirty="0" smtClean="0">
                <a:sym typeface="+mn-ea"/>
              </a:rPr>
              <a:t>编写计算脚本进行数据计算，无需重新部署发布。</a:t>
            </a:r>
            <a:endParaRPr lang="zh-CN" altLang="en-US" sz="1600" dirty="0" smtClean="0">
              <a:sym typeface="+mn-ea"/>
            </a:endParaRPr>
          </a:p>
          <a:p>
            <a:pPr lvl="1"/>
            <a:r>
              <a:rPr lang="zh-CN" altLang="en-US" sz="1800" dirty="0" smtClean="0">
                <a:sym typeface="+mn-ea"/>
              </a:rPr>
              <a:t>多协议支持</a:t>
            </a:r>
            <a:endParaRPr lang="zh-CN" altLang="en-US" sz="1800" dirty="0" smtClean="0">
              <a:sym typeface="+mn-ea"/>
            </a:endParaRPr>
          </a:p>
          <a:p>
            <a:pPr lvl="2"/>
            <a:r>
              <a:rPr lang="en-US" altLang="zh-CN" dirty="0" smtClean="0">
                <a:sym typeface="+mn-ea"/>
              </a:rPr>
              <a:t>平台支持基于MQTT、HTTP、WebSocket、COAP、TCP/IP协议传输的设备对接</a:t>
            </a:r>
            <a:r>
              <a:rPr lang="en-US" altLang="zh-CN" sz="1600" dirty="0" smtClean="0">
                <a:sym typeface="+mn-ea"/>
              </a:rPr>
              <a:t>	</a:t>
            </a:r>
            <a:endParaRPr lang="en-US" altLang="zh-CN" dirty="0" smtClean="0">
              <a:sym typeface="+mn-ea"/>
            </a:endParaRPr>
          </a:p>
          <a:p>
            <a:endParaRPr lang="zh-CN" altLang="en-US" dirty="0"/>
          </a:p>
        </p:txBody>
      </p:sp>
      <p:sp>
        <p:nvSpPr>
          <p:cNvPr id="5" name="Title 4"/>
          <p:cNvSpPr>
            <a:spLocks noGrp="1"/>
          </p:cNvSpPr>
          <p:nvPr>
            <p:ph type="title"/>
          </p:nvPr>
        </p:nvSpPr>
        <p:spPr/>
        <p:txBody>
          <a:bodyPr/>
          <a:lstStyle/>
          <a:p>
            <a:r>
              <a:rPr lang="zh-CN" altLang="en-US" smtClean="0"/>
              <a:t>四</a:t>
            </a:r>
            <a:r>
              <a:rPr lang="en-US" smtClean="0"/>
              <a:t>、项目系统功能介绍</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smtClean="0">
                <a:sym typeface="+mn-ea"/>
              </a:rPr>
              <a:t>项目的竞品分析：</a:t>
            </a:r>
            <a:endParaRPr lang="zh-CN" altLang="en-US" dirty="0" smtClean="0">
              <a:sym typeface="+mn-ea"/>
            </a:endParaRPr>
          </a:p>
          <a:p>
            <a:pPr lvl="1"/>
            <a:endParaRPr lang="zh-CN" altLang="en-US" dirty="0" smtClean="0">
              <a:sym typeface="+mn-ea"/>
            </a:endParaRPr>
          </a:p>
          <a:p>
            <a:pPr lvl="1"/>
            <a:endParaRPr lang="zh-CN" altLang="en-US" dirty="0"/>
          </a:p>
        </p:txBody>
      </p:sp>
      <p:sp>
        <p:nvSpPr>
          <p:cNvPr id="5" name="Title 4"/>
          <p:cNvSpPr>
            <a:spLocks noGrp="1"/>
          </p:cNvSpPr>
          <p:nvPr>
            <p:ph type="title"/>
          </p:nvPr>
        </p:nvSpPr>
        <p:spPr/>
        <p:txBody>
          <a:bodyPr/>
          <a:lstStyle/>
          <a:p>
            <a:r>
              <a:rPr lang="zh-CN" altLang="en-US" smtClean="0"/>
              <a:t>五</a:t>
            </a:r>
            <a:r>
              <a:rPr lang="en-US" smtClean="0"/>
              <a:t>、项目的竞品分析</a:t>
            </a:r>
            <a:endParaRPr lang="en-US"/>
          </a:p>
        </p:txBody>
      </p:sp>
      <p:graphicFrame>
        <p:nvGraphicFramePr>
          <p:cNvPr id="3" name="表格 2"/>
          <p:cNvGraphicFramePr>
            <a:graphicFrameLocks noGrp="1"/>
          </p:cNvGraphicFramePr>
          <p:nvPr/>
        </p:nvGraphicFramePr>
        <p:xfrm>
          <a:off x="911342" y="1744069"/>
          <a:ext cx="10460219" cy="4820920"/>
        </p:xfrm>
        <a:graphic>
          <a:graphicData uri="http://schemas.openxmlformats.org/drawingml/2006/table">
            <a:tbl>
              <a:tblPr firstRow="1" bandRow="1">
                <a:tableStyleId>{5C22544A-7EE6-4342-B048-85BDC9FD1C3A}</a:tableStyleId>
              </a:tblPr>
              <a:tblGrid>
                <a:gridCol w="1360008"/>
                <a:gridCol w="3046708"/>
                <a:gridCol w="2833839"/>
                <a:gridCol w="3219664"/>
              </a:tblGrid>
              <a:tr h="370840">
                <a:tc>
                  <a:txBody>
                    <a:bodyPr/>
                    <a:lstStyle/>
                    <a:p>
                      <a:r>
                        <a:rPr lang="zh-CN" altLang="en-US" dirty="0" smtClean="0"/>
                        <a:t>对比项</a:t>
                      </a:r>
                      <a:endParaRPr lang="zh-CN" altLang="en-US" dirty="0"/>
                    </a:p>
                  </a:txBody>
                  <a:tcPr/>
                </a:tc>
                <a:tc>
                  <a:txBody>
                    <a:bodyPr/>
                    <a:lstStyle/>
                    <a:p>
                      <a:r>
                        <a:rPr lang="zh-CN" altLang="en-US" dirty="0" smtClean="0"/>
                        <a:t>本项目</a:t>
                      </a:r>
                      <a:endParaRPr lang="zh-CN" altLang="en-US" dirty="0"/>
                    </a:p>
                  </a:txBody>
                  <a:tcPr/>
                </a:tc>
                <a:tc>
                  <a:txBody>
                    <a:bodyPr/>
                    <a:lstStyle/>
                    <a:p>
                      <a:r>
                        <a:rPr lang="en-US" altLang="zh-CN" dirty="0"/>
                        <a:t>ThingBoard</a:t>
                      </a:r>
                      <a:endParaRPr lang="en-US" altLang="zh-CN" dirty="0"/>
                    </a:p>
                  </a:txBody>
                  <a:tcPr/>
                </a:tc>
                <a:tc>
                  <a:txBody>
                    <a:bodyPr/>
                    <a:lstStyle/>
                    <a:p>
                      <a:r>
                        <a:rPr lang="en-US" altLang="zh-CN" dirty="0"/>
                        <a:t>IoT-dc3</a:t>
                      </a:r>
                      <a:endParaRPr lang="en-US" altLang="zh-CN" dirty="0"/>
                    </a:p>
                  </a:txBody>
                  <a:tcPr/>
                </a:tc>
              </a:tr>
              <a:tr h="370840">
                <a:tc>
                  <a:txBody>
                    <a:bodyPr/>
                    <a:lstStyle/>
                    <a:p>
                      <a:r>
                        <a:rPr lang="zh-CN" altLang="en-US" dirty="0"/>
                        <a:t>硬件资源</a:t>
                      </a:r>
                      <a:endParaRPr lang="zh-CN" altLang="en-US" dirty="0"/>
                    </a:p>
                  </a:txBody>
                  <a:tcPr/>
                </a:tc>
                <a:tc>
                  <a:txBody>
                    <a:bodyPr/>
                    <a:lstStyle/>
                    <a:p>
                      <a:r>
                        <a:rPr lang="zh-CN" altLang="en-US"/>
                        <a:t>小于</a:t>
                      </a:r>
                      <a:r>
                        <a:rPr lang="en-US" altLang="zh-CN"/>
                        <a:t>1G</a:t>
                      </a:r>
                      <a:r>
                        <a:rPr lang="zh-CN" altLang="en-US"/>
                        <a:t>内存</a:t>
                      </a:r>
                      <a:endParaRPr lang="zh-CN" altLang="en-US"/>
                    </a:p>
                  </a:txBody>
                  <a:tcPr/>
                </a:tc>
                <a:tc>
                  <a:txBody>
                    <a:bodyPr/>
                    <a:lstStyle/>
                    <a:p>
                      <a:r>
                        <a:rPr lang="en-US" altLang="zh-CN"/>
                        <a:t>2G</a:t>
                      </a:r>
                      <a:endParaRPr lang="en-US" altLang="zh-CN"/>
                    </a:p>
                  </a:txBody>
                  <a:tcPr/>
                </a:tc>
                <a:tc>
                  <a:txBody>
                    <a:bodyPr/>
                    <a:lstStyle/>
                    <a:p>
                      <a:r>
                        <a:rPr lang="en-US" altLang="zh-CN"/>
                        <a:t>4G</a:t>
                      </a:r>
                      <a:endParaRPr lang="en-US" altLang="zh-CN"/>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复杂</a:t>
                      </a:r>
                      <a:r>
                        <a:rPr lang="zh-CN" altLang="en-US" dirty="0" smtClean="0"/>
                        <a:t>报警</a:t>
                      </a:r>
                      <a:endParaRPr lang="zh-CN" altLang="en-US" dirty="0" smtClean="0"/>
                    </a:p>
                  </a:txBody>
                  <a:tcPr/>
                </a:tc>
                <a:tc>
                  <a:txBody>
                    <a:bodyPr/>
                    <a:lstStyle/>
                    <a:p>
                      <a:r>
                        <a:rPr lang="zh-CN" altLang="en-US"/>
                        <a:t>支持</a:t>
                      </a:r>
                      <a:endParaRPr lang="zh-CN" altLang="en-US"/>
                    </a:p>
                  </a:txBody>
                  <a:tcPr/>
                </a:tc>
                <a:tc>
                  <a:txBody>
                    <a:bodyPr/>
                    <a:lstStyle/>
                    <a:p>
                      <a:r>
                        <a:rPr lang="zh-CN" altLang="en-US"/>
                        <a:t>不支持</a:t>
                      </a:r>
                      <a:endParaRPr lang="zh-CN" altLang="en-US"/>
                    </a:p>
                  </a:txBody>
                  <a:tcPr/>
                </a:tc>
                <a:tc>
                  <a:txBody>
                    <a:bodyPr/>
                    <a:lstStyle/>
                    <a:p>
                      <a:r>
                        <a:rPr lang="zh-CN" altLang="en-US"/>
                        <a:t>不支持</a:t>
                      </a:r>
                      <a:endParaRPr lang="zh-CN" altLang="en-US"/>
                    </a:p>
                  </a:txBody>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dirty="0" smtClean="0"/>
                        <a:t>故障转移</a:t>
                      </a:r>
                      <a:endParaRPr lang="zh-CN" altLang="en-US" dirty="0" smtClean="0"/>
                    </a:p>
                  </a:txBody>
                  <a:tcPr/>
                </a:tc>
                <a:tc>
                  <a:txBody>
                    <a:bodyPr/>
                    <a:lstStyle/>
                    <a:p>
                      <a:r>
                        <a:rPr lang="zh-CN" altLang="en-US"/>
                        <a:t>支持</a:t>
                      </a:r>
                      <a:endParaRPr lang="zh-CN" altLang="en-US"/>
                    </a:p>
                  </a:txBody>
                  <a:tcPr/>
                </a:tc>
                <a:tc>
                  <a:txBody>
                    <a:bodyPr/>
                    <a:lstStyle/>
                    <a:p>
                      <a:r>
                        <a:rPr lang="zh-CN" altLang="en-US" dirty="0"/>
                        <a:t>支持</a:t>
                      </a:r>
                      <a:endParaRPr lang="zh-CN" altLang="en-US" dirty="0"/>
                    </a:p>
                  </a:txBody>
                  <a:tcPr/>
                </a:tc>
                <a:tc>
                  <a:txBody>
                    <a:bodyPr/>
                    <a:lstStyle/>
                    <a:p>
                      <a:r>
                        <a:rPr lang="zh-CN" altLang="en-US"/>
                        <a:t>支持</a:t>
                      </a:r>
                      <a:endParaRPr lang="zh-CN" altLang="en-US"/>
                    </a:p>
                  </a:txBody>
                  <a:tcPr/>
                </a:tc>
              </a:tr>
              <a:tr h="370840">
                <a:tc>
                  <a:txBody>
                    <a:bodyPr/>
                    <a:lstStyle/>
                    <a:p>
                      <a:r>
                        <a:rPr lang="zh-CN" altLang="en-US" dirty="0"/>
                        <a:t>报警</a:t>
                      </a:r>
                      <a:r>
                        <a:rPr lang="zh-CN" altLang="en-US" dirty="0"/>
                        <a:t>配置</a:t>
                      </a:r>
                      <a:endParaRPr lang="zh-CN" altLang="en-US" dirty="0"/>
                    </a:p>
                  </a:txBody>
                  <a:tcPr/>
                </a:tc>
                <a:tc>
                  <a:txBody>
                    <a:bodyPr/>
                    <a:lstStyle/>
                    <a:p>
                      <a:r>
                        <a:rPr lang="zh-CN" altLang="en-US"/>
                        <a:t>支持</a:t>
                      </a:r>
                      <a:endParaRPr lang="zh-CN" altLang="en-US"/>
                    </a:p>
                  </a:txBody>
                  <a:tcPr/>
                </a:tc>
                <a:tc>
                  <a:txBody>
                    <a:bodyPr/>
                    <a:lstStyle/>
                    <a:p>
                      <a:r>
                        <a:rPr lang="zh-CN" altLang="en-US"/>
                        <a:t>支持</a:t>
                      </a:r>
                      <a:endParaRPr lang="zh-CN" altLang="en-US"/>
                    </a:p>
                  </a:txBody>
                  <a:tcPr/>
                </a:tc>
                <a:tc>
                  <a:txBody>
                    <a:bodyPr/>
                    <a:lstStyle/>
                    <a:p>
                      <a:r>
                        <a:rPr lang="zh-CN" altLang="en-US"/>
                        <a:t>支持</a:t>
                      </a:r>
                      <a:endParaRPr lang="zh-CN" altLang="en-US"/>
                    </a:p>
                  </a:txBody>
                  <a:tcPr/>
                </a:tc>
              </a:tr>
              <a:tr h="370840">
                <a:tc>
                  <a:txBody>
                    <a:bodyPr/>
                    <a:lstStyle/>
                    <a:p>
                      <a:r>
                        <a:rPr lang="zh-CN" altLang="en-US" dirty="0"/>
                        <a:t>容器化</a:t>
                      </a:r>
                      <a:endParaRPr lang="zh-CN" altLang="en-US" dirty="0"/>
                    </a:p>
                  </a:txBody>
                  <a:tcPr/>
                </a:tc>
                <a:tc>
                  <a:txBody>
                    <a:bodyPr/>
                    <a:lstStyle/>
                    <a:p>
                      <a:r>
                        <a:rPr lang="zh-CN" altLang="en-US"/>
                        <a:t>支持</a:t>
                      </a:r>
                      <a:endParaRPr lang="zh-CN" altLang="en-US"/>
                    </a:p>
                  </a:txBody>
                  <a:tcPr/>
                </a:tc>
                <a:tc>
                  <a:txBody>
                    <a:bodyPr/>
                    <a:lstStyle/>
                    <a:p>
                      <a:r>
                        <a:rPr lang="zh-CN" altLang="en-US"/>
                        <a:t>支持</a:t>
                      </a:r>
                      <a:endParaRPr lang="zh-CN" altLang="en-US"/>
                    </a:p>
                  </a:txBody>
                  <a:tcPr/>
                </a:tc>
                <a:tc>
                  <a:txBody>
                    <a:bodyPr/>
                    <a:lstStyle/>
                    <a:p>
                      <a:r>
                        <a:rPr lang="zh-CN" altLang="en-US"/>
                        <a:t>支持</a:t>
                      </a:r>
                      <a:endParaRPr lang="zh-CN" altLang="en-US"/>
                    </a:p>
                  </a:txBody>
                  <a:tcPr/>
                </a:tc>
              </a:tr>
              <a:tr h="370840">
                <a:tc>
                  <a:txBody>
                    <a:bodyPr/>
                    <a:lstStyle/>
                    <a:p>
                      <a:r>
                        <a:rPr lang="zh-CN" altLang="en-US"/>
                        <a:t>统计</a:t>
                      </a:r>
                      <a:endParaRPr lang="zh-CN" altLang="en-US"/>
                    </a:p>
                  </a:txBody>
                  <a:tcPr/>
                </a:tc>
                <a:tc>
                  <a:txBody>
                    <a:bodyPr/>
                    <a:lstStyle/>
                    <a:p>
                      <a:r>
                        <a:rPr lang="zh-CN" altLang="en-US"/>
                        <a:t>支持</a:t>
                      </a:r>
                      <a:endParaRPr lang="zh-CN" altLang="en-US"/>
                    </a:p>
                  </a:txBody>
                  <a:tcPr/>
                </a:tc>
                <a:tc>
                  <a:txBody>
                    <a:bodyPr/>
                    <a:lstStyle/>
                    <a:p>
                      <a:r>
                        <a:rPr lang="zh-CN" altLang="en-US"/>
                        <a:t>不支持</a:t>
                      </a:r>
                      <a:endParaRPr lang="zh-CN" altLang="en-US"/>
                    </a:p>
                  </a:txBody>
                  <a:tcPr/>
                </a:tc>
                <a:tc>
                  <a:txBody>
                    <a:bodyPr/>
                    <a:lstStyle/>
                    <a:p>
                      <a:r>
                        <a:rPr lang="zh-CN" altLang="en-US"/>
                        <a:t>不支持</a:t>
                      </a:r>
                      <a:endParaRPr lang="zh-CN" altLang="en-US"/>
                    </a:p>
                  </a:txBody>
                  <a:tcPr/>
                </a:tc>
              </a:tr>
              <a:tr h="370840">
                <a:tc>
                  <a:txBody>
                    <a:bodyPr/>
                    <a:lstStyle/>
                    <a:p>
                      <a:r>
                        <a:rPr lang="zh-CN" altLang="en-US" dirty="0"/>
                        <a:t>多租户</a:t>
                      </a:r>
                      <a:endParaRPr lang="zh-CN" altLang="en-US" dirty="0"/>
                    </a:p>
                  </a:txBody>
                  <a:tcPr/>
                </a:tc>
                <a:tc>
                  <a:txBody>
                    <a:bodyPr/>
                    <a:lstStyle/>
                    <a:p>
                      <a:r>
                        <a:rPr lang="zh-CN" altLang="en-US"/>
                        <a:t>暂不支持</a:t>
                      </a:r>
                      <a:endParaRPr lang="zh-CN" altLang="en-US"/>
                    </a:p>
                  </a:txBody>
                  <a:tcPr/>
                </a:tc>
                <a:tc>
                  <a:txBody>
                    <a:bodyPr/>
                    <a:lstStyle/>
                    <a:p>
                      <a:r>
                        <a:rPr lang="zh-CN" altLang="en-US"/>
                        <a:t>支持</a:t>
                      </a:r>
                      <a:endParaRPr lang="zh-CN" altLang="en-US"/>
                    </a:p>
                  </a:txBody>
                  <a:tcPr/>
                </a:tc>
                <a:tc>
                  <a:txBody>
                    <a:bodyPr/>
                    <a:lstStyle/>
                    <a:p>
                      <a:r>
                        <a:rPr lang="zh-CN" altLang="en-US" dirty="0"/>
                        <a:t>支持</a:t>
                      </a:r>
                      <a:endParaRPr lang="zh-CN" altLang="en-US" dirty="0"/>
                    </a:p>
                  </a:txBody>
                  <a:tcPr/>
                </a:tc>
              </a:tr>
              <a:tr h="370840">
                <a:tc>
                  <a:txBody>
                    <a:bodyPr/>
                    <a:lstStyle/>
                    <a:p>
                      <a:r>
                        <a:rPr lang="zh-CN" altLang="en-US" dirty="0"/>
                        <a:t>规则</a:t>
                      </a:r>
                      <a:r>
                        <a:rPr lang="zh-CN" altLang="en-US" dirty="0"/>
                        <a:t>引擎</a:t>
                      </a:r>
                      <a:endParaRPr lang="zh-CN" altLang="en-US" dirty="0"/>
                    </a:p>
                  </a:txBody>
                  <a:tcPr/>
                </a:tc>
                <a:tc>
                  <a:txBody>
                    <a:bodyPr/>
                    <a:lstStyle/>
                    <a:p>
                      <a:r>
                        <a:rPr lang="zh-CN" altLang="en-US"/>
                        <a:t>不支持</a:t>
                      </a:r>
                      <a:endParaRPr lang="zh-CN" altLang="en-US"/>
                    </a:p>
                  </a:txBody>
                  <a:tcPr/>
                </a:tc>
                <a:tc>
                  <a:txBody>
                    <a:bodyPr/>
                    <a:lstStyle/>
                    <a:p>
                      <a:r>
                        <a:rPr lang="zh-CN" altLang="en-US"/>
                        <a:t>支持</a:t>
                      </a:r>
                      <a:endParaRPr lang="zh-CN" altLang="en-US"/>
                    </a:p>
                  </a:txBody>
                  <a:tcPr/>
                </a:tc>
                <a:tc>
                  <a:txBody>
                    <a:bodyPr/>
                    <a:lstStyle/>
                    <a:p>
                      <a:r>
                        <a:rPr lang="zh-CN" altLang="en-US" dirty="0"/>
                        <a:t>不支持</a:t>
                      </a:r>
                      <a:endParaRPr lang="zh-CN" altLang="en-US" dirty="0"/>
                    </a:p>
                  </a:txBody>
                  <a:tcPr/>
                </a:tc>
              </a:tr>
              <a:tr h="370840">
                <a:tc>
                  <a:txBody>
                    <a:bodyPr/>
                    <a:lstStyle/>
                    <a:p>
                      <a:r>
                        <a:rPr lang="zh-CN" altLang="en-US" dirty="0"/>
                        <a:t>脚本</a:t>
                      </a:r>
                      <a:r>
                        <a:rPr lang="zh-CN" altLang="en-US" dirty="0"/>
                        <a:t>管理</a:t>
                      </a:r>
                      <a:endParaRPr lang="zh-CN" altLang="en-US" dirty="0"/>
                    </a:p>
                  </a:txBody>
                  <a:tcPr/>
                </a:tc>
                <a:tc>
                  <a:txBody>
                    <a:bodyPr/>
                    <a:lstStyle/>
                    <a:p>
                      <a:r>
                        <a:rPr lang="zh-CN" altLang="en-US"/>
                        <a:t>支持</a:t>
                      </a:r>
                      <a:endParaRPr lang="zh-CN" altLang="en-US"/>
                    </a:p>
                  </a:txBody>
                  <a:tcPr/>
                </a:tc>
                <a:tc>
                  <a:txBody>
                    <a:bodyPr/>
                    <a:lstStyle/>
                    <a:p>
                      <a:r>
                        <a:rPr lang="zh-CN" altLang="en-US"/>
                        <a:t>不支持</a:t>
                      </a:r>
                      <a:endParaRPr lang="zh-CN" altLang="en-US"/>
                    </a:p>
                  </a:txBody>
                  <a:tcPr/>
                </a:tc>
                <a:tc>
                  <a:txBody>
                    <a:bodyPr/>
                    <a:lstStyle/>
                    <a:p>
                      <a:r>
                        <a:rPr lang="zh-CN" altLang="en-US" dirty="0"/>
                        <a:t>不支持</a:t>
                      </a:r>
                      <a:endParaRPr lang="zh-CN" altLang="en-US" dirty="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zh-CN" altLang="en-US" dirty="0" smtClean="0"/>
              <a:t>五</a:t>
            </a:r>
            <a:r>
              <a:rPr lang="en-US" dirty="0" smtClean="0"/>
              <a:t>、</a:t>
            </a:r>
            <a:r>
              <a:rPr lang="en-US" dirty="0" err="1" smtClean="0"/>
              <a:t>项目的竞品分析</a:t>
            </a:r>
            <a:r>
              <a:rPr lang="en-US" dirty="0" smtClean="0"/>
              <a:t>--</a:t>
            </a:r>
            <a:r>
              <a:rPr lang="en-US" altLang="zh-CN" dirty="0"/>
              <a:t>SWOT</a:t>
            </a:r>
            <a:r>
              <a:rPr lang="zh-CN" altLang="en-US" dirty="0"/>
              <a:t>分析：</a:t>
            </a:r>
            <a:br>
              <a:rPr lang="zh-CN" altLang="en-US" dirty="0"/>
            </a:br>
            <a:endParaRPr lang="en-US" dirty="0"/>
          </a:p>
        </p:txBody>
      </p:sp>
      <p:sp>
        <p:nvSpPr>
          <p:cNvPr id="7" name="Freeform 5"/>
          <p:cNvSpPr/>
          <p:nvPr/>
        </p:nvSpPr>
        <p:spPr bwMode="auto">
          <a:xfrm>
            <a:off x="1130832" y="3935699"/>
            <a:ext cx="4860000" cy="2520000"/>
          </a:xfrm>
          <a:prstGeom prst="wedgeRectCallout">
            <a:avLst>
              <a:gd name="adj1" fmla="val 56470"/>
              <a:gd name="adj2" fmla="val -51513"/>
            </a:avLst>
          </a:prstGeom>
          <a:solidFill>
            <a:schemeClr val="accent4">
              <a:lumMod val="20000"/>
              <a:lumOff val="80000"/>
            </a:schemeClr>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704020202090204" pitchFamily="34" charset="0"/>
              <a:buChar char="•"/>
            </a:pPr>
            <a:r>
              <a:rPr sz="1400" dirty="0" smtClean="0"/>
              <a:t>物联网市场的扩张：随着物联网技术的普及，平台有机会吸引更多的企业和开发者。</a:t>
            </a:r>
            <a:endParaRPr sz="1400" dirty="0" smtClean="0"/>
          </a:p>
          <a:p>
            <a:pPr marL="285750" indent="-285750">
              <a:buFont typeface="Arial" panose="020B0704020202090204" pitchFamily="34" charset="0"/>
              <a:buChar char="•"/>
            </a:pPr>
            <a:r>
              <a:rPr sz="1400" dirty="0" smtClean="0"/>
              <a:t>合作伙伴关系：通过与其他技术供应商和行业领导者建立合作伙伴关系，扩大平台的影响力。</a:t>
            </a:r>
            <a:endParaRPr sz="1400" dirty="0" smtClean="0"/>
          </a:p>
          <a:p>
            <a:pPr marL="285750" indent="-285750">
              <a:buFont typeface="Arial" panose="020B0704020202090204" pitchFamily="34" charset="0"/>
              <a:buChar char="•"/>
            </a:pPr>
            <a:r>
              <a:rPr sz="1400" dirty="0" smtClean="0"/>
              <a:t>定制化解决方案：针对特定行业或客户需求提供定制化解决方案，增加市场竞争力。</a:t>
            </a:r>
            <a:endParaRPr sz="1400" dirty="0" smtClean="0"/>
          </a:p>
          <a:p>
            <a:pPr marL="285750" indent="-285750">
              <a:buFont typeface="Arial" panose="020B0704020202090204" pitchFamily="34" charset="0"/>
              <a:buChar char="•"/>
            </a:pPr>
            <a:r>
              <a:rPr sz="1400" dirty="0" smtClean="0"/>
              <a:t>国际市场拓展：探索国际市场，利用全球化趋势扩大用户基础。</a:t>
            </a:r>
            <a:endParaRPr sz="1400" dirty="0" smtClean="0"/>
          </a:p>
        </p:txBody>
      </p:sp>
      <p:sp>
        <p:nvSpPr>
          <p:cNvPr id="8" name="Freeform 6"/>
          <p:cNvSpPr/>
          <p:nvPr/>
        </p:nvSpPr>
        <p:spPr bwMode="auto">
          <a:xfrm>
            <a:off x="1130832" y="1353786"/>
            <a:ext cx="4860000" cy="2520000"/>
          </a:xfrm>
          <a:prstGeom prst="wedgeRectCallout">
            <a:avLst>
              <a:gd name="adj1" fmla="val 56332"/>
              <a:gd name="adj2" fmla="val 50855"/>
            </a:avLst>
          </a:prstGeom>
          <a:solidFill>
            <a:schemeClr val="tx2">
              <a:lumMod val="20000"/>
              <a:lumOff val="80000"/>
            </a:schemeClr>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704020202090204" pitchFamily="34" charset="0"/>
              <a:buChar char="•"/>
            </a:pPr>
            <a:r>
              <a:rPr lang="id-ID" sz="1400" dirty="0"/>
              <a:t>全面的协议支持：支持多种通信协议，提高了平台的适用性和灵活性。</a:t>
            </a:r>
            <a:endParaRPr lang="id-ID" sz="1400" dirty="0"/>
          </a:p>
          <a:p>
            <a:pPr marL="285750" indent="-285750">
              <a:buFont typeface="Arial" panose="020B0704020202090204" pitchFamily="34" charset="0"/>
              <a:buChar char="•"/>
            </a:pPr>
            <a:r>
              <a:rPr lang="id-ID" sz="1400" dirty="0"/>
              <a:t>高效的客户端管理：自主开发的监控系统和负载平衡能力，确保了MQTT客户端的高可用性。</a:t>
            </a:r>
            <a:endParaRPr lang="id-ID" sz="1400" dirty="0"/>
          </a:p>
          <a:p>
            <a:pPr marL="285750" indent="-285750">
              <a:buFont typeface="Arial" panose="020B0704020202090204" pitchFamily="34" charset="0"/>
              <a:buChar char="•"/>
            </a:pPr>
            <a:r>
              <a:rPr lang="id-ID" sz="1400" dirty="0"/>
              <a:t>用户友好的界面：通过直观的Web界面简化了报警设置和数据分析，降低了技术门槛。</a:t>
            </a:r>
            <a:endParaRPr lang="id-ID" sz="1400" dirty="0"/>
          </a:p>
          <a:p>
            <a:pPr marL="285750" indent="-285750">
              <a:buFont typeface="Arial" panose="020B0704020202090204" pitchFamily="34" charset="0"/>
              <a:buChar char="•"/>
            </a:pPr>
            <a:r>
              <a:rPr lang="id-ID" sz="1400" dirty="0"/>
              <a:t>强大的数据处理能力：提供离线计算和脚本支持，增强了数据处理的灵活性和自动化水平。</a:t>
            </a:r>
            <a:endParaRPr lang="id-ID" sz="1400" dirty="0"/>
          </a:p>
        </p:txBody>
      </p:sp>
      <p:sp>
        <p:nvSpPr>
          <p:cNvPr id="9" name="Freeform 7"/>
          <p:cNvSpPr/>
          <p:nvPr/>
        </p:nvSpPr>
        <p:spPr bwMode="auto">
          <a:xfrm>
            <a:off x="6616390" y="3935699"/>
            <a:ext cx="4860000" cy="2520000"/>
          </a:xfrm>
          <a:prstGeom prst="wedgeRectCallout">
            <a:avLst>
              <a:gd name="adj1" fmla="val -56249"/>
              <a:gd name="adj2" fmla="val -50946"/>
            </a:avLst>
          </a:prstGeom>
          <a:solidFill>
            <a:schemeClr val="accent6">
              <a:lumMod val="20000"/>
              <a:lumOff val="80000"/>
            </a:schemeClr>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704020202090204" pitchFamily="34" charset="0"/>
              <a:buChar char="•"/>
            </a:pPr>
            <a:r>
              <a:rPr sz="1400" dirty="0" smtClean="0"/>
              <a:t>竞争对手的挑战：面对市场上已建立的竞争对手，需要找到差异化的竞争优势。</a:t>
            </a:r>
            <a:endParaRPr sz="1400" dirty="0" smtClean="0"/>
          </a:p>
          <a:p>
            <a:pPr marL="285750" indent="-285750">
              <a:buFont typeface="Arial" panose="020B0704020202090204" pitchFamily="34" charset="0"/>
              <a:buChar char="•"/>
            </a:pPr>
            <a:r>
              <a:rPr sz="1400" dirty="0" smtClean="0"/>
              <a:t>技术过时风险：物联网领域技术更新迅速，平台存在技术过时的风险。</a:t>
            </a:r>
            <a:endParaRPr sz="1400" dirty="0" smtClean="0"/>
          </a:p>
          <a:p>
            <a:pPr marL="285750" indent="-285750">
              <a:buFont typeface="Arial" panose="020B0704020202090204" pitchFamily="34" charset="0"/>
              <a:buChar char="•"/>
            </a:pPr>
            <a:r>
              <a:rPr sz="1400" dirty="0" smtClean="0"/>
              <a:t>安全和隐私问题：随着物联网设备数量的增加，安全和隐私问题成为用户和监管机构关注的焦点。</a:t>
            </a:r>
            <a:endParaRPr sz="1400" dirty="0" smtClean="0"/>
          </a:p>
          <a:p>
            <a:pPr marL="285750" indent="-285750">
              <a:buFont typeface="Arial" panose="020B0704020202090204" pitchFamily="34" charset="0"/>
              <a:buChar char="•"/>
            </a:pPr>
            <a:r>
              <a:rPr sz="1400" dirty="0" smtClean="0"/>
              <a:t>法规和标准变化：全球各地对物联网设备的法规和标准不断变化，可能对平台的合规性造成影响。</a:t>
            </a:r>
            <a:endParaRPr sz="1400" dirty="0" smtClean="0"/>
          </a:p>
        </p:txBody>
      </p:sp>
      <p:sp>
        <p:nvSpPr>
          <p:cNvPr id="10" name="Freeform 8"/>
          <p:cNvSpPr/>
          <p:nvPr/>
        </p:nvSpPr>
        <p:spPr bwMode="auto">
          <a:xfrm>
            <a:off x="6616390" y="1353786"/>
            <a:ext cx="4860000" cy="2519998"/>
          </a:xfrm>
          <a:prstGeom prst="wedgeRectCallout">
            <a:avLst>
              <a:gd name="adj1" fmla="val -56287"/>
              <a:gd name="adj2" fmla="val 51236"/>
            </a:avLst>
          </a:prstGeom>
          <a:solidFill>
            <a:schemeClr val="accent2">
              <a:lumMod val="40000"/>
              <a:lumOff val="60000"/>
            </a:schemeClr>
          </a:solidFill>
          <a:ln>
            <a:noFill/>
          </a:ln>
        </p:spPr>
        <p:txBody>
          <a:bodyPr vert="horz" wrap="square" lIns="91440" tIns="45720" rIns="91440" bIns="45720" numCol="1" anchor="t" anchorCtr="0" compatLnSpc="1"/>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panose="020B0704020202090204" pitchFamily="34" charset="0"/>
              <a:buChar char="•"/>
            </a:pPr>
            <a:r>
              <a:rPr sz="1400" dirty="0" smtClean="0"/>
              <a:t>市场推广挑战：作为新平台，可能面临较大的市场推广和用户教育挑战。</a:t>
            </a:r>
            <a:endParaRPr sz="1400" dirty="0" smtClean="0"/>
          </a:p>
          <a:p>
            <a:pPr marL="285750" indent="-285750">
              <a:buFont typeface="Arial" panose="020B0704020202090204" pitchFamily="34" charset="0"/>
              <a:buChar char="•"/>
            </a:pPr>
            <a:r>
              <a:rPr sz="1400" dirty="0" smtClean="0"/>
              <a:t>资源和资金限制：在初期可能缺乏足够的资源和资金来支持快速增长和市场扩张。</a:t>
            </a:r>
            <a:endParaRPr sz="1400" dirty="0" smtClean="0"/>
          </a:p>
          <a:p>
            <a:pPr marL="285750" indent="-285750">
              <a:buFont typeface="Arial" panose="020B0704020202090204" pitchFamily="34" charset="0"/>
              <a:buChar char="•"/>
            </a:pPr>
            <a:r>
              <a:rPr sz="1400" dirty="0" smtClean="0"/>
              <a:t>用户基础建设：需要建立和维护一个活跃的用户社区，以提供持续的支持和反馈。</a:t>
            </a:r>
            <a:endParaRPr sz="1400" dirty="0" smtClean="0"/>
          </a:p>
          <a:p>
            <a:pPr marL="285750" indent="-285750">
              <a:buFont typeface="Arial" panose="020B0704020202090204" pitchFamily="34" charset="0"/>
              <a:buChar char="•"/>
            </a:pPr>
            <a:r>
              <a:rPr sz="1400" dirty="0" smtClean="0"/>
              <a:t>技术更新压力：随着技术的快速发展，平台需要不断更新以保持其竞争力。</a:t>
            </a:r>
            <a:endParaRPr sz="1400" dirty="0" smtClean="0"/>
          </a:p>
        </p:txBody>
      </p:sp>
      <p:sp>
        <p:nvSpPr>
          <p:cNvPr id="12" name="Rectangle 18"/>
          <p:cNvSpPr/>
          <p:nvPr/>
        </p:nvSpPr>
        <p:spPr>
          <a:xfrm>
            <a:off x="1130832" y="1101786"/>
            <a:ext cx="4860000" cy="252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smtClean="0"/>
              <a:t>优势 </a:t>
            </a:r>
            <a:r>
              <a:rPr lang="en-US" altLang="zh-CN" sz="1600" b="1" dirty="0" smtClean="0"/>
              <a:t>Strengths</a:t>
            </a:r>
            <a:endParaRPr lang="id-ID" sz="800" b="1" dirty="0"/>
          </a:p>
        </p:txBody>
      </p:sp>
      <p:sp>
        <p:nvSpPr>
          <p:cNvPr id="13" name="Rectangle 19"/>
          <p:cNvSpPr/>
          <p:nvPr/>
        </p:nvSpPr>
        <p:spPr>
          <a:xfrm>
            <a:off x="6616546" y="1101786"/>
            <a:ext cx="4860000" cy="2520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smtClean="0"/>
              <a:t>劣势 </a:t>
            </a:r>
            <a:r>
              <a:rPr lang="en-US" sz="1600" b="1" dirty="0" smtClean="0"/>
              <a:t>Weakness</a:t>
            </a:r>
            <a:endParaRPr lang="id-ID" sz="1600" b="1" dirty="0"/>
          </a:p>
        </p:txBody>
      </p:sp>
      <p:sp>
        <p:nvSpPr>
          <p:cNvPr id="14" name="Rectangle 20"/>
          <p:cNvSpPr/>
          <p:nvPr/>
        </p:nvSpPr>
        <p:spPr>
          <a:xfrm>
            <a:off x="1130832" y="6455699"/>
            <a:ext cx="4860000" cy="252000"/>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smtClean="0"/>
              <a:t>机遇 </a:t>
            </a:r>
            <a:r>
              <a:rPr lang="en-US" altLang="zh-CN" sz="1600" b="1" dirty="0" smtClean="0"/>
              <a:t>opportunities</a:t>
            </a:r>
            <a:endParaRPr lang="id-ID" sz="1600" b="1" dirty="0"/>
          </a:p>
        </p:txBody>
      </p:sp>
      <p:sp>
        <p:nvSpPr>
          <p:cNvPr id="15" name="Rectangle 21"/>
          <p:cNvSpPr/>
          <p:nvPr/>
        </p:nvSpPr>
        <p:spPr>
          <a:xfrm>
            <a:off x="6616546" y="6455699"/>
            <a:ext cx="4860000" cy="252000"/>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smtClean="0"/>
              <a:t>威胁 </a:t>
            </a:r>
            <a:r>
              <a:rPr lang="en-US" sz="1600" b="1" dirty="0" smtClean="0"/>
              <a:t>Threats</a:t>
            </a:r>
            <a:endParaRPr lang="id-ID" sz="1600" b="1" dirty="0"/>
          </a:p>
        </p:txBody>
      </p:sp>
      <p:sp>
        <p:nvSpPr>
          <p:cNvPr id="53" name="椭圆 52"/>
          <p:cNvSpPr/>
          <p:nvPr/>
        </p:nvSpPr>
        <p:spPr>
          <a:xfrm>
            <a:off x="6268686" y="3869817"/>
            <a:ext cx="69850" cy="6985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smtClean="0">
                <a:sym typeface="+mn-ea"/>
              </a:rPr>
              <a:t>场景</a:t>
            </a:r>
            <a:r>
              <a:rPr lang="en-US" altLang="zh-CN" dirty="0" smtClean="0">
                <a:sym typeface="+mn-ea"/>
              </a:rPr>
              <a:t>1</a:t>
            </a:r>
            <a:r>
              <a:rPr lang="zh-CN" altLang="en-US" dirty="0" smtClean="0">
                <a:sym typeface="+mn-ea"/>
              </a:rPr>
              <a:t>：智慧供水</a:t>
            </a:r>
            <a:endParaRPr lang="zh-CN" altLang="en-US" dirty="0" smtClean="0">
              <a:sym typeface="+mn-ea"/>
            </a:endParaRPr>
          </a:p>
          <a:p>
            <a:pPr lvl="1"/>
            <a:r>
              <a:rPr lang="en-US" altLang="zh-CN" dirty="0" smtClean="0">
                <a:sym typeface="+mn-ea"/>
              </a:rPr>
              <a:t> </a:t>
            </a:r>
            <a:r>
              <a:rPr lang="zh-CN" altLang="en-US" dirty="0" smtClean="0">
                <a:sym typeface="+mn-ea"/>
              </a:rPr>
              <a:t>接入土壤温湿度+电导率传感器、智慧水表、水压计与流量计、水质监测设备和水泵站监测设备。通过这些设备的实时监测和数据分析，可以优化供水系统，提高农业生产效率，确保供水安全。</a:t>
            </a:r>
            <a:endParaRPr lang="zh-CN" altLang="en-US" dirty="0" smtClean="0">
              <a:sym typeface="+mn-ea"/>
            </a:endParaRPr>
          </a:p>
          <a:p>
            <a:r>
              <a:rPr lang="zh-CN" altLang="en-US" dirty="0" smtClean="0">
                <a:sym typeface="+mn-ea"/>
              </a:rPr>
              <a:t>场景</a:t>
            </a:r>
            <a:r>
              <a:rPr lang="en-US" altLang="zh-CN" dirty="0" smtClean="0">
                <a:sym typeface="+mn-ea"/>
              </a:rPr>
              <a:t>2</a:t>
            </a:r>
            <a:r>
              <a:rPr lang="zh-CN" altLang="en-US" dirty="0" smtClean="0">
                <a:sym typeface="+mn-ea"/>
              </a:rPr>
              <a:t>：</a:t>
            </a:r>
            <a:r>
              <a:rPr lang="en-US" altLang="zh-CN" dirty="0" smtClean="0">
                <a:sym typeface="+mn-ea"/>
              </a:rPr>
              <a:t>智慧能源管理</a:t>
            </a:r>
            <a:endParaRPr lang="en-US" altLang="zh-CN" dirty="0" smtClean="0">
              <a:sym typeface="+mn-ea"/>
            </a:endParaRPr>
          </a:p>
          <a:p>
            <a:pPr lvl="1"/>
            <a:r>
              <a:rPr lang="en-US" altLang="zh-CN" dirty="0" smtClean="0">
                <a:sym typeface="+mn-ea"/>
              </a:rPr>
              <a:t> 接入智能电表、太阳能板监测器、电网状态传感器，通过实时监测和数据分析优化能源分配，提高能源利用效率，确保能源供应的稳定性和安全性。</a:t>
            </a:r>
            <a:endParaRPr lang="en-US" altLang="zh-CN" dirty="0" smtClean="0">
              <a:sym typeface="+mn-ea"/>
            </a:endParaRPr>
          </a:p>
          <a:p>
            <a:r>
              <a:rPr lang="zh-CN" altLang="en-US" dirty="0" smtClean="0"/>
              <a:t>场景</a:t>
            </a:r>
            <a:r>
              <a:rPr lang="en-US" altLang="zh-CN" dirty="0" smtClean="0"/>
              <a:t>3</a:t>
            </a:r>
            <a:r>
              <a:rPr lang="zh-CN" altLang="en-US" dirty="0" smtClean="0"/>
              <a:t>：智慧环境监测</a:t>
            </a:r>
            <a:endParaRPr lang="zh-CN" altLang="en-US" dirty="0" smtClean="0"/>
          </a:p>
          <a:p>
            <a:pPr lvl="1"/>
            <a:r>
              <a:rPr lang="zh-CN" altLang="en-US" dirty="0"/>
              <a:t>安装空气质量传感器、噪音监测器和生态保护设备，对城市环境进行实时监测和分析，有效控制污染，保护生态环境。</a:t>
            </a:r>
            <a:endParaRPr lang="zh-CN" altLang="en-US" dirty="0"/>
          </a:p>
        </p:txBody>
      </p:sp>
      <p:sp>
        <p:nvSpPr>
          <p:cNvPr id="5" name="Title 4"/>
          <p:cNvSpPr>
            <a:spLocks noGrp="1"/>
          </p:cNvSpPr>
          <p:nvPr>
            <p:ph type="title"/>
          </p:nvPr>
        </p:nvSpPr>
        <p:spPr/>
        <p:txBody>
          <a:bodyPr/>
          <a:lstStyle/>
          <a:p>
            <a:r>
              <a:rPr lang="zh-CN" altLang="en-US" smtClean="0"/>
              <a:t>六、使用场景 </a:t>
            </a:r>
            <a:r>
              <a:rPr lang="en-US" smtClean="0"/>
              <a:t>Anticipated Use Case</a:t>
            </a: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smtClean="0"/>
              <a:t>主要客户群：</a:t>
            </a:r>
            <a:endParaRPr lang="zh-CN" altLang="en-US" dirty="0" smtClean="0"/>
          </a:p>
          <a:p>
            <a:pPr lvl="1"/>
            <a:r>
              <a:rPr lang="zh-CN" altLang="en-US" dirty="0" smtClean="0"/>
              <a:t>农业企业：需要高效灌溉系统的农场和农业合作社。</a:t>
            </a:r>
            <a:endParaRPr lang="zh-CN" altLang="en-US" dirty="0" smtClean="0"/>
          </a:p>
          <a:p>
            <a:pPr lvl="1"/>
            <a:r>
              <a:rPr lang="zh-CN" altLang="en-US" dirty="0" smtClean="0"/>
              <a:t>市政供水公司：负责城市供水和水资源管理的公共事业单位。</a:t>
            </a:r>
            <a:endParaRPr lang="zh-CN" altLang="en-US" dirty="0" smtClean="0"/>
          </a:p>
          <a:p>
            <a:pPr lvl="1"/>
            <a:r>
              <a:rPr lang="zh-CN" altLang="en-US" dirty="0" smtClean="0"/>
              <a:t>工业园区：需要稳定供水和水资源优化管理的工业区域。</a:t>
            </a:r>
            <a:endParaRPr lang="zh-CN" altLang="en-US" dirty="0" smtClean="0"/>
          </a:p>
          <a:p>
            <a:pPr lvl="1"/>
            <a:r>
              <a:rPr lang="zh-CN" altLang="en-US" dirty="0" smtClean="0"/>
              <a:t>住宅开发商：为新建住宅小区提供先进的供水解决方案。</a:t>
            </a:r>
            <a:endParaRPr lang="zh-CN" altLang="en-US" dirty="0" smtClean="0"/>
          </a:p>
          <a:p>
            <a:pPr lvl="1"/>
            <a:r>
              <a:rPr lang="zh-CN" altLang="en-US" dirty="0" smtClean="0"/>
              <a:t>环境保护组织：关注水资源保护和水质监测的非政府组织。</a:t>
            </a:r>
            <a:endParaRPr lang="zh-CN" altLang="en-US" dirty="0" smtClean="0"/>
          </a:p>
          <a:p>
            <a:r>
              <a:rPr lang="zh-CN" altLang="en-US" dirty="0" smtClean="0"/>
              <a:t>客户案例说明：</a:t>
            </a:r>
            <a:endParaRPr lang="zh-CN" altLang="en-US" dirty="0" smtClean="0"/>
          </a:p>
          <a:p>
            <a:pPr lvl="1"/>
            <a:r>
              <a:rPr lang="en-US" altLang="zh-CN" dirty="0" smtClean="0"/>
              <a:t>案例一：农业企业</a:t>
            </a:r>
            <a:endParaRPr lang="en-US" altLang="zh-CN" dirty="0" smtClean="0"/>
          </a:p>
          <a:p>
            <a:pPr lvl="2"/>
            <a:r>
              <a:rPr lang="en-US" altLang="zh-CN" dirty="0" smtClean="0"/>
              <a:t>某大型农场采用智慧供水系统，通过土壤温湿度和电导率传感器实时监测土壤条件，结合智能水表和水压计，实现了精准灌溉。这不仅提高了作物产量，还节约了水资源，减少了能源消耗。</a:t>
            </a:r>
            <a:endParaRPr lang="en-US" altLang="zh-CN" dirty="0" smtClean="0"/>
          </a:p>
          <a:p>
            <a:pPr lvl="1"/>
            <a:r>
              <a:rPr lang="en-US" altLang="zh-CN" dirty="0" smtClean="0"/>
              <a:t>案例二：市政供水公司</a:t>
            </a:r>
            <a:endParaRPr lang="en-US" altLang="zh-CN" dirty="0" smtClean="0"/>
          </a:p>
          <a:p>
            <a:pPr lvl="2"/>
            <a:r>
              <a:rPr lang="en-US" altLang="zh-CN" dirty="0" smtClean="0"/>
              <a:t>一个城市供水公司部署了智慧供水系统，通过水质监测设备和水泵站监测设备，实时监控水质和供水网络状态。这使得公司能够快速响应漏水事件，及时调整供水压力，确保了供水安全和水质标准。</a:t>
            </a:r>
            <a:endParaRPr lang="en-US" altLang="zh-CN" dirty="0" smtClean="0"/>
          </a:p>
          <a:p>
            <a:pPr lvl="1"/>
            <a:r>
              <a:rPr lang="en-US" altLang="zh-CN" dirty="0" smtClean="0"/>
              <a:t>案例三：工业园区</a:t>
            </a:r>
            <a:endParaRPr lang="en-US" altLang="zh-CN" dirty="0" smtClean="0"/>
          </a:p>
          <a:p>
            <a:pPr lvl="2"/>
            <a:r>
              <a:rPr lang="en-US" altLang="zh-CN" dirty="0" smtClean="0"/>
              <a:t>一个工业园区实施了智慧供水系统，通过流量计和智能水表精确计量每个企业的用水量，优化了水资源的分配和使用。同时，系统的数据分析功能帮助园区管理者制定更有效的水资源管理策略。</a:t>
            </a:r>
            <a:endParaRPr lang="en-US" altLang="zh-CN" dirty="0" smtClean="0"/>
          </a:p>
        </p:txBody>
      </p:sp>
      <p:sp>
        <p:nvSpPr>
          <p:cNvPr id="5" name="Title 4"/>
          <p:cNvSpPr>
            <a:spLocks noGrp="1"/>
          </p:cNvSpPr>
          <p:nvPr>
            <p:ph type="title"/>
          </p:nvPr>
        </p:nvSpPr>
        <p:spPr/>
        <p:txBody>
          <a:bodyPr/>
          <a:lstStyle/>
          <a:p>
            <a:r>
              <a:rPr lang="zh-CN" altLang="en-US" smtClean="0"/>
              <a:t>七、项目适用的客户群和案例说明</a:t>
            </a:r>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smtClean="0">
                <a:sym typeface="+mn-ea"/>
              </a:rPr>
              <a:t>项目可能存在的商业模式设计说明：</a:t>
            </a:r>
            <a:endParaRPr lang="zh-CN" altLang="en-US" dirty="0" smtClean="0">
              <a:sym typeface="+mn-ea"/>
            </a:endParaRPr>
          </a:p>
          <a:p>
            <a:pPr lvl="1"/>
            <a:r>
              <a:rPr lang="en-US" altLang="zh-CN" dirty="0" smtClean="0">
                <a:sym typeface="+mn-ea"/>
              </a:rPr>
              <a:t> 公私合作模式（PPP）</a:t>
            </a:r>
            <a:endParaRPr lang="zh-CN" altLang="en-US" dirty="0" smtClean="0">
              <a:sym typeface="+mn-ea"/>
            </a:endParaRPr>
          </a:p>
          <a:p>
            <a:pPr lvl="2"/>
            <a:r>
              <a:rPr lang="zh-CN" altLang="en-US" dirty="0" smtClean="0">
                <a:sym typeface="+mn-ea"/>
              </a:rPr>
              <a:t>与政府或公共事业单位合作，共同投资建设智慧供水项目，通过节省的水资源和运营成本分成获得回报。</a:t>
            </a:r>
            <a:endParaRPr lang="zh-CN" altLang="en-US" dirty="0" smtClean="0">
              <a:sym typeface="+mn-ea"/>
            </a:endParaRPr>
          </a:p>
          <a:p>
            <a:pPr lvl="1"/>
            <a:r>
              <a:rPr lang="zh-CN" altLang="en-US" dirty="0" smtClean="0">
                <a:sym typeface="+mn-ea"/>
              </a:rPr>
              <a:t>订阅服务模式</a:t>
            </a:r>
            <a:endParaRPr lang="zh-CN" altLang="en-US" dirty="0" smtClean="0">
              <a:sym typeface="+mn-ea"/>
            </a:endParaRPr>
          </a:p>
          <a:p>
            <a:pPr lvl="2"/>
            <a:r>
              <a:rPr lang="zh-CN" altLang="en-US" dirty="0" smtClean="0">
                <a:sym typeface="+mn-ea"/>
              </a:rPr>
              <a:t>提供基于云的服务，客户按月或按年订阅使用智慧供水系统，享受系统更新和技术支持。</a:t>
            </a:r>
            <a:endParaRPr lang="zh-CN" altLang="en-US" dirty="0" smtClean="0">
              <a:sym typeface="+mn-ea"/>
            </a:endParaRPr>
          </a:p>
          <a:p>
            <a:pPr lvl="2"/>
            <a:r>
              <a:rPr lang="zh-CN" altLang="en-US" dirty="0" smtClean="0">
                <a:sym typeface="+mn-ea"/>
              </a:rPr>
              <a:t>提供数据存储和分析服务，客户根据数据使用量或服务层级支付费用。</a:t>
            </a:r>
            <a:endParaRPr lang="zh-CN" altLang="en-US" dirty="0" smtClean="0">
              <a:sym typeface="+mn-ea"/>
            </a:endParaRPr>
          </a:p>
          <a:p>
            <a:pPr lvl="1"/>
            <a:r>
              <a:rPr lang="zh-CN" altLang="en-US" dirty="0" smtClean="0">
                <a:sym typeface="+mn-ea"/>
              </a:rPr>
              <a:t>技术许可模式</a:t>
            </a:r>
            <a:endParaRPr lang="zh-CN" altLang="en-US" dirty="0" smtClean="0">
              <a:sym typeface="+mn-ea"/>
            </a:endParaRPr>
          </a:p>
          <a:p>
            <a:pPr lvl="2"/>
            <a:r>
              <a:rPr lang="zh-CN" altLang="en-US" dirty="0" smtClean="0">
                <a:sym typeface="+mn-ea"/>
              </a:rPr>
              <a:t>核心技术授权给其他公司使用，通过许可费用获得收益。</a:t>
            </a:r>
            <a:endParaRPr lang="zh-CN" altLang="en-US" dirty="0" smtClean="0">
              <a:sym typeface="+mn-ea"/>
            </a:endParaRPr>
          </a:p>
          <a:p>
            <a:pPr lvl="1"/>
            <a:endParaRPr lang="zh-CN" altLang="en-US" dirty="0"/>
          </a:p>
        </p:txBody>
      </p:sp>
      <p:sp>
        <p:nvSpPr>
          <p:cNvPr id="5" name="Title 4"/>
          <p:cNvSpPr>
            <a:spLocks noGrp="1"/>
          </p:cNvSpPr>
          <p:nvPr>
            <p:ph type="title"/>
          </p:nvPr>
        </p:nvSpPr>
        <p:spPr/>
        <p:txBody>
          <a:bodyPr/>
          <a:lstStyle/>
          <a:p>
            <a:r>
              <a:rPr lang="zh-CN" altLang="en-US" smtClean="0"/>
              <a:t>八、项目的战略发展规划说明</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283970" y="365125"/>
            <a:ext cx="9504045" cy="771525"/>
          </a:xfrm>
          <a:prstGeom prst="rect">
            <a:avLst/>
          </a:prstGeom>
        </p:spPr>
        <p:txBody>
          <a:bodyPr/>
          <a:lstStyle/>
          <a:p>
            <a:r>
              <a:rPr lang="zh-CN" dirty="0" smtClean="0"/>
              <a:t>八</a:t>
            </a:r>
            <a:r>
              <a:rPr dirty="0" smtClean="0"/>
              <a:t>、</a:t>
            </a:r>
            <a:r>
              <a:rPr dirty="0" err="1" smtClean="0"/>
              <a:t>项目</a:t>
            </a:r>
            <a:r>
              <a:rPr lang="zh-CN" altLang="en-US" dirty="0"/>
              <a:t>技术</a:t>
            </a:r>
            <a:r>
              <a:rPr dirty="0" err="1" smtClean="0"/>
              <a:t>战略发展规划</a:t>
            </a:r>
            <a:r>
              <a:rPr lang="zh-CN" altLang="en-US" dirty="0" smtClean="0"/>
              <a:t>路线图</a:t>
            </a:r>
            <a:r>
              <a:rPr lang="zh-CN" altLang="en-US" dirty="0"/>
              <a:t>：</a:t>
            </a:r>
            <a:br>
              <a:rPr lang="zh-CN" altLang="en-US" dirty="0"/>
            </a:br>
            <a:endParaRPr dirty="0"/>
          </a:p>
        </p:txBody>
      </p:sp>
      <p:graphicFrame>
        <p:nvGraphicFramePr>
          <p:cNvPr id="2" name="图示 1"/>
          <p:cNvGraphicFramePr/>
          <p:nvPr/>
        </p:nvGraphicFramePr>
        <p:xfrm>
          <a:off x="630741" y="276225"/>
          <a:ext cx="10996963" cy="631507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smtClean="0">
                <a:sym typeface="+mn-ea"/>
              </a:rPr>
              <a:t>近</a:t>
            </a:r>
            <a:r>
              <a:rPr lang="en-US" altLang="zh-CN" dirty="0" smtClean="0">
                <a:sym typeface="+mn-ea"/>
              </a:rPr>
              <a:t>3</a:t>
            </a:r>
            <a:r>
              <a:rPr lang="zh-CN" altLang="en-US" dirty="0" smtClean="0">
                <a:sym typeface="+mn-ea"/>
              </a:rPr>
              <a:t>年捐赠单位对于该项目在人财物等方面的投入情况：</a:t>
            </a:r>
            <a:endParaRPr lang="zh-CN" altLang="en-US" dirty="0" smtClean="0">
              <a:sym typeface="+mn-ea"/>
            </a:endParaRPr>
          </a:p>
          <a:p>
            <a:pPr lvl="1"/>
            <a:r>
              <a:rPr lang="zh-CN" altLang="en-US" dirty="0" smtClean="0"/>
              <a:t>目前投入开发人员</a:t>
            </a:r>
            <a:r>
              <a:rPr lang="en-US" altLang="zh-CN" dirty="0" smtClean="0"/>
              <a:t>1</a:t>
            </a:r>
            <a:r>
              <a:rPr lang="zh-CN" altLang="en-US" dirty="0" smtClean="0"/>
              <a:t>人，组织成员</a:t>
            </a:r>
            <a:r>
              <a:rPr lang="en-US" altLang="zh-CN" dirty="0" smtClean="0"/>
              <a:t>3</a:t>
            </a:r>
            <a:r>
              <a:rPr lang="zh-CN" altLang="en-US" dirty="0" smtClean="0"/>
              <a:t>人。</a:t>
            </a:r>
            <a:endParaRPr lang="zh-CN" altLang="en-US" dirty="0" smtClean="0"/>
          </a:p>
          <a:p>
            <a:pPr lvl="1"/>
            <a:r>
              <a:rPr lang="zh-CN" altLang="en-US" dirty="0" smtClean="0"/>
              <a:t>财力投入</a:t>
            </a:r>
            <a:r>
              <a:rPr lang="zh-CN" altLang="en-US" dirty="0" smtClean="0"/>
              <a:t>无</a:t>
            </a:r>
            <a:endParaRPr lang="zh-CN" altLang="en-US" dirty="0" smtClean="0"/>
          </a:p>
        </p:txBody>
      </p:sp>
      <p:sp>
        <p:nvSpPr>
          <p:cNvPr id="5" name="Title 4"/>
          <p:cNvSpPr>
            <a:spLocks noGrp="1"/>
          </p:cNvSpPr>
          <p:nvPr>
            <p:ph type="title"/>
          </p:nvPr>
        </p:nvSpPr>
        <p:spPr/>
        <p:txBody>
          <a:bodyPr/>
          <a:lstStyle/>
          <a:p>
            <a:r>
              <a:rPr lang="zh-CN" altLang="en-US" smtClean="0"/>
              <a:t>九、项目的投入说明</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lvl="0"/>
            <a:r>
              <a:rPr lang="zh-CN" altLang="en-US" dirty="0" smtClean="0">
                <a:sym typeface="+mn-ea"/>
              </a:rPr>
              <a:t>社区现状及构成：</a:t>
            </a:r>
            <a:endParaRPr lang="zh-CN" altLang="en-US" dirty="0" smtClean="0"/>
          </a:p>
          <a:p>
            <a:pPr lvl="1"/>
            <a:r>
              <a:rPr lang="zh-CN" altLang="en-US" dirty="0" smtClean="0">
                <a:sym typeface="+mn-ea"/>
              </a:rPr>
              <a:t>社区规模现状</a:t>
            </a:r>
            <a:r>
              <a:rPr lang="en-US" altLang="en-US" dirty="0" smtClean="0">
                <a:sym typeface="+mn-ea"/>
              </a:rPr>
              <a:t>Community size(</a:t>
            </a:r>
            <a:r>
              <a:rPr lang="zh-CN" altLang="en-US" dirty="0" smtClean="0">
                <a:sym typeface="+mn-ea"/>
              </a:rPr>
              <a:t>可选</a:t>
            </a:r>
            <a:r>
              <a:rPr lang="en-US" altLang="zh-CN" dirty="0" smtClean="0">
                <a:sym typeface="+mn-ea"/>
              </a:rPr>
              <a:t>): </a:t>
            </a:r>
            <a:endParaRPr lang="zh-CN" altLang="en-US" dirty="0" smtClean="0"/>
          </a:p>
          <a:p>
            <a:pPr lvl="2"/>
            <a:r>
              <a:rPr lang="en-US" altLang="en-US" dirty="0" smtClean="0">
                <a:sym typeface="+mn-ea"/>
              </a:rPr>
              <a:t>Stars/forks/issue/pull requests</a:t>
            </a:r>
            <a:r>
              <a:rPr lang="zh-CN" altLang="en-US" dirty="0" smtClean="0">
                <a:sym typeface="+mn-ea"/>
              </a:rPr>
              <a:t>数：</a:t>
            </a:r>
            <a:r>
              <a:rPr lang="en-US" altLang="zh-CN" dirty="0" smtClean="0">
                <a:sym typeface="+mn-ea"/>
              </a:rPr>
              <a:t>___40/13/5/3__</a:t>
            </a:r>
            <a:endParaRPr lang="en-US" altLang="en-US" dirty="0" smtClean="0"/>
          </a:p>
          <a:p>
            <a:pPr lvl="2"/>
            <a:r>
              <a:rPr lang="zh-CN" altLang="en-US" dirty="0" smtClean="0">
                <a:sym typeface="+mn-ea"/>
              </a:rPr>
              <a:t>全职投入项目的工程师数</a:t>
            </a:r>
            <a:r>
              <a:rPr lang="en-US" altLang="en-US" dirty="0" smtClean="0">
                <a:sym typeface="+mn-ea"/>
              </a:rPr>
              <a:t>full-time engineers: </a:t>
            </a:r>
            <a:r>
              <a:rPr lang="en-US" altLang="zh-CN" dirty="0">
                <a:sym typeface="+mn-ea"/>
              </a:rPr>
              <a:t>___1__</a:t>
            </a:r>
            <a:endParaRPr lang="en-US" altLang="en-US" dirty="0" smtClean="0"/>
          </a:p>
          <a:p>
            <a:pPr lvl="2"/>
            <a:r>
              <a:rPr lang="zh-CN" altLang="en-US" dirty="0" smtClean="0">
                <a:sym typeface="+mn-ea"/>
              </a:rPr>
              <a:t>贡献者数</a:t>
            </a:r>
            <a:r>
              <a:rPr lang="en-US" altLang="en-US" dirty="0" smtClean="0">
                <a:sym typeface="+mn-ea"/>
              </a:rPr>
              <a:t>contributors: </a:t>
            </a:r>
            <a:r>
              <a:rPr lang="en-US" altLang="zh-CN" dirty="0">
                <a:sym typeface="+mn-ea"/>
              </a:rPr>
              <a:t>___1__ </a:t>
            </a:r>
            <a:r>
              <a:rPr lang="zh-CN" altLang="en-US" dirty="0" smtClean="0">
                <a:sym typeface="+mn-ea"/>
              </a:rPr>
              <a:t>（内部），</a:t>
            </a:r>
            <a:r>
              <a:rPr lang="en-US" altLang="zh-CN" dirty="0">
                <a:sym typeface="+mn-ea"/>
              </a:rPr>
              <a:t> __1___</a:t>
            </a:r>
            <a:r>
              <a:rPr lang="en-US" altLang="en-US" dirty="0" smtClean="0">
                <a:sym typeface="+mn-ea"/>
              </a:rPr>
              <a:t>(</a:t>
            </a:r>
            <a:r>
              <a:rPr lang="zh-CN" altLang="en-US" dirty="0" smtClean="0">
                <a:sym typeface="+mn-ea"/>
              </a:rPr>
              <a:t>外部</a:t>
            </a:r>
            <a:r>
              <a:rPr lang="en-US" altLang="zh-CN" dirty="0" smtClean="0">
                <a:sym typeface="+mn-ea"/>
              </a:rPr>
              <a:t>)</a:t>
            </a:r>
            <a:endParaRPr lang="zh-CN" altLang="en-US" dirty="0" smtClean="0"/>
          </a:p>
          <a:p>
            <a:pPr lvl="2"/>
            <a:r>
              <a:rPr lang="zh-CN" altLang="en-US" dirty="0" smtClean="0">
                <a:sym typeface="+mn-ea"/>
              </a:rPr>
              <a:t>是否签署</a:t>
            </a:r>
            <a:r>
              <a:rPr lang="en-US" altLang="en-US" dirty="0" smtClean="0">
                <a:sym typeface="+mn-ea"/>
              </a:rPr>
              <a:t>CLA</a:t>
            </a:r>
            <a:r>
              <a:rPr lang="zh-CN" altLang="en-US" dirty="0" smtClean="0">
                <a:sym typeface="+mn-ea"/>
              </a:rPr>
              <a:t>或</a:t>
            </a:r>
            <a:r>
              <a:rPr lang="en-US" altLang="en-US" dirty="0" smtClean="0">
                <a:sym typeface="+mn-ea"/>
              </a:rPr>
              <a:t>DCO</a:t>
            </a:r>
            <a:r>
              <a:rPr lang="zh-CN" altLang="en-US" dirty="0" smtClean="0">
                <a:sym typeface="+mn-ea"/>
              </a:rPr>
              <a:t>等向项目方提交贡献的协议：是</a:t>
            </a:r>
            <a:endParaRPr lang="zh-CN" altLang="en-US" dirty="0" smtClean="0"/>
          </a:p>
          <a:p>
            <a:pPr lvl="1"/>
            <a:r>
              <a:rPr lang="zh-CN" altLang="en-US" dirty="0" smtClean="0">
                <a:sym typeface="+mn-ea"/>
              </a:rPr>
              <a:t>项目活跃开发者数量</a:t>
            </a:r>
            <a:r>
              <a:rPr lang="en-US" altLang="zh-CN" dirty="0" smtClean="0">
                <a:sym typeface="+mn-ea"/>
              </a:rPr>
              <a:t>(</a:t>
            </a:r>
            <a:r>
              <a:rPr lang="zh-CN" altLang="en-US" dirty="0" smtClean="0">
                <a:sym typeface="+mn-ea"/>
              </a:rPr>
              <a:t>可选</a:t>
            </a:r>
            <a:r>
              <a:rPr lang="en-US" altLang="zh-CN" dirty="0" smtClean="0">
                <a:sym typeface="+mn-ea"/>
              </a:rPr>
              <a:t>)</a:t>
            </a:r>
            <a:r>
              <a:rPr lang="zh-CN" altLang="en-US" dirty="0" smtClean="0">
                <a:sym typeface="+mn-ea"/>
              </a:rPr>
              <a:t>：</a:t>
            </a:r>
            <a:r>
              <a:rPr lang="en-US" altLang="zh-CN" dirty="0">
                <a:sym typeface="+mn-ea"/>
              </a:rPr>
              <a:t> __3___</a:t>
            </a:r>
            <a:endParaRPr lang="zh-CN" altLang="en-US" dirty="0" smtClean="0"/>
          </a:p>
          <a:p>
            <a:pPr lvl="1"/>
            <a:r>
              <a:rPr lang="zh-CN" altLang="en-US" dirty="0" smtClean="0">
                <a:sym typeface="+mn-ea"/>
              </a:rPr>
              <a:t>现有核心参与</a:t>
            </a:r>
            <a:r>
              <a:rPr lang="en-US" altLang="zh-CN" dirty="0" smtClean="0">
                <a:sym typeface="+mn-ea"/>
              </a:rPr>
              <a:t>/</a:t>
            </a:r>
            <a:r>
              <a:rPr lang="zh-CN" altLang="en-US" dirty="0" smtClean="0">
                <a:sym typeface="+mn-ea"/>
              </a:rPr>
              <a:t>赞助方</a:t>
            </a:r>
            <a:r>
              <a:rPr lang="en-US" altLang="en-US" dirty="0" smtClean="0">
                <a:sym typeface="+mn-ea"/>
              </a:rPr>
              <a:t>Existing sponsorship(</a:t>
            </a:r>
            <a:r>
              <a:rPr lang="zh-CN" altLang="en-US" dirty="0" smtClean="0">
                <a:sym typeface="+mn-ea"/>
              </a:rPr>
              <a:t>必选</a:t>
            </a:r>
            <a:r>
              <a:rPr lang="en-US" altLang="zh-CN" dirty="0" smtClean="0">
                <a:sym typeface="+mn-ea"/>
              </a:rPr>
              <a:t>): </a:t>
            </a:r>
            <a:r>
              <a:rPr lang="en-US" altLang="zh-CN" dirty="0">
                <a:sym typeface="+mn-ea"/>
              </a:rPr>
              <a:t>___</a:t>
            </a:r>
            <a:r>
              <a:rPr lang="zh-CN" altLang="en-US" dirty="0">
                <a:sym typeface="+mn-ea"/>
              </a:rPr>
              <a:t>项目发起人</a:t>
            </a:r>
            <a:r>
              <a:rPr lang="en-US" altLang="zh-CN" dirty="0">
                <a:sym typeface="+mn-ea"/>
              </a:rPr>
              <a:t>__</a:t>
            </a:r>
            <a:endParaRPr lang="en-US" altLang="zh-CN" dirty="0" smtClean="0"/>
          </a:p>
          <a:p>
            <a:pPr lvl="0"/>
            <a:endParaRPr lang="en-US" altLang="en-US" dirty="0" smtClean="0"/>
          </a:p>
          <a:p>
            <a:pPr lvl="0"/>
            <a:endParaRPr lang="en-US" altLang="zh-CN" dirty="0" smtClean="0">
              <a:sym typeface="+mn-ea"/>
            </a:endParaRPr>
          </a:p>
          <a:p>
            <a:endParaRPr lang="zh-CN" altLang="en-US" dirty="0"/>
          </a:p>
        </p:txBody>
      </p:sp>
      <p:sp>
        <p:nvSpPr>
          <p:cNvPr id="5" name="Title 4"/>
          <p:cNvSpPr>
            <a:spLocks noGrp="1"/>
          </p:cNvSpPr>
          <p:nvPr>
            <p:ph type="title"/>
          </p:nvPr>
        </p:nvSpPr>
        <p:spPr/>
        <p:txBody>
          <a:bodyPr/>
          <a:lstStyle/>
          <a:p>
            <a:r>
              <a:rPr lang="zh-CN" altLang="en-US" smtClean="0"/>
              <a:t>十、项目社区成长规划</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lvl="0"/>
            <a:r>
              <a:rPr lang="zh-CN" altLang="zh-CN" dirty="0" smtClean="0">
                <a:sym typeface="+mn-ea"/>
              </a:rPr>
              <a:t>社区发展策略（必选，计划通过哪些措施来推动社区可持续增长）：</a:t>
            </a:r>
            <a:endParaRPr lang="zh-CN" altLang="zh-CN" dirty="0" smtClean="0">
              <a:sym typeface="+mn-ea"/>
            </a:endParaRPr>
          </a:p>
          <a:p>
            <a:pPr lvl="1"/>
            <a:r>
              <a:rPr lang="zh-CN" altLang="zh-CN" dirty="0" smtClean="0">
                <a:sym typeface="+mn-ea"/>
              </a:rPr>
              <a:t>社区治理结构</a:t>
            </a:r>
            <a:endParaRPr lang="zh-CN" altLang="zh-CN" dirty="0" smtClean="0">
              <a:sym typeface="+mn-ea"/>
            </a:endParaRPr>
          </a:p>
          <a:p>
            <a:pPr lvl="2"/>
            <a:r>
              <a:rPr lang="en-US" altLang="zh-CN" dirty="0" smtClean="0">
                <a:sym typeface="+mn-ea"/>
              </a:rPr>
              <a:t>建立透明的决策机制：确保社区成员对项目发展方向有清晰的了解，通过定期会议和在线平台</a:t>
            </a:r>
            <a:r>
              <a:rPr lang="zh-CN" altLang="en-US" dirty="0" smtClean="0">
                <a:sym typeface="+mn-ea"/>
              </a:rPr>
              <a:t>（</a:t>
            </a:r>
            <a:r>
              <a:rPr lang="en-US" altLang="zh-CN" dirty="0" smtClean="0">
                <a:sym typeface="+mn-ea"/>
              </a:rPr>
              <a:t>ISSUES</a:t>
            </a:r>
            <a:r>
              <a:rPr lang="zh-CN" altLang="en-US" dirty="0" smtClean="0">
                <a:sym typeface="+mn-ea"/>
              </a:rPr>
              <a:t>）</a:t>
            </a:r>
            <a:r>
              <a:rPr lang="en-US" altLang="zh-CN" dirty="0" smtClean="0">
                <a:sym typeface="+mn-ea"/>
              </a:rPr>
              <a:t>进行决策。</a:t>
            </a:r>
            <a:endParaRPr lang="en-US" altLang="zh-CN" dirty="0" smtClean="0">
              <a:sym typeface="+mn-ea"/>
            </a:endParaRPr>
          </a:p>
          <a:p>
            <a:pPr lvl="2"/>
            <a:r>
              <a:rPr lang="en-US" altLang="zh-CN" dirty="0" smtClean="0">
                <a:sym typeface="+mn-ea"/>
              </a:rPr>
              <a:t>设立社区委员会：由活跃的贡献者和用户组成，负责监督项目进展和社区活动。</a:t>
            </a:r>
            <a:endParaRPr lang="en-US" altLang="zh-CN" dirty="0" smtClean="0">
              <a:sym typeface="+mn-ea"/>
            </a:endParaRPr>
          </a:p>
          <a:p>
            <a:pPr lvl="1"/>
            <a:r>
              <a:rPr lang="zh-CN" altLang="zh-CN" dirty="0" smtClean="0">
                <a:sym typeface="+mn-ea"/>
              </a:rPr>
              <a:t>贡献者增长</a:t>
            </a:r>
            <a:endParaRPr lang="en-US" altLang="zh-CN" dirty="0" smtClean="0">
              <a:sym typeface="+mn-ea"/>
            </a:endParaRPr>
          </a:p>
          <a:p>
            <a:pPr lvl="2"/>
            <a:r>
              <a:rPr lang="en-US" altLang="zh-CN" dirty="0" smtClean="0">
                <a:sym typeface="+mn-ea"/>
              </a:rPr>
              <a:t>提供贡献指南：创建详细的文档和指南，帮助新的贡献者了解如何参与项目。</a:t>
            </a:r>
            <a:endParaRPr lang="en-US" altLang="zh-CN" dirty="0" smtClean="0">
              <a:sym typeface="+mn-ea"/>
            </a:endParaRPr>
          </a:p>
          <a:p>
            <a:pPr lvl="2"/>
            <a:r>
              <a:rPr lang="en-US" altLang="zh-CN" dirty="0" smtClean="0">
                <a:sym typeface="+mn-ea"/>
              </a:rPr>
              <a:t>设立激励机制：通过认可、奖励和表彰等方式，鼓励社区成员积极参与项目开发和维护。</a:t>
            </a:r>
            <a:endParaRPr lang="en-US" altLang="zh-CN" dirty="0" smtClean="0">
              <a:sym typeface="+mn-ea"/>
            </a:endParaRPr>
          </a:p>
          <a:p>
            <a:pPr lvl="1"/>
            <a:r>
              <a:rPr lang="zh-CN" altLang="zh-CN" dirty="0" smtClean="0">
                <a:sym typeface="+mn-ea"/>
              </a:rPr>
              <a:t>用户增长</a:t>
            </a:r>
            <a:endParaRPr lang="en-US" altLang="zh-CN" dirty="0" smtClean="0">
              <a:sym typeface="+mn-ea"/>
            </a:endParaRPr>
          </a:p>
          <a:p>
            <a:pPr lvl="2"/>
            <a:r>
              <a:rPr lang="en-US" altLang="zh-CN" dirty="0" smtClean="0">
                <a:sym typeface="+mn-ea"/>
              </a:rPr>
              <a:t>提高用户体验：不断优化产品功能和界面，确保用户能够轻松使用智慧供水系统。</a:t>
            </a:r>
            <a:endParaRPr lang="en-US" altLang="zh-CN" dirty="0" smtClean="0">
              <a:sym typeface="+mn-ea"/>
            </a:endParaRPr>
          </a:p>
          <a:p>
            <a:pPr lvl="2"/>
            <a:r>
              <a:rPr lang="en-US" altLang="zh-CN" dirty="0" smtClean="0">
                <a:sym typeface="+mn-ea"/>
              </a:rPr>
              <a:t>开展用户培训和教育：通过在线课程、研讨会和工作坊，教育用户如何最大化利用系统。</a:t>
            </a:r>
            <a:endParaRPr lang="en-US" altLang="zh-CN" dirty="0" smtClean="0">
              <a:sym typeface="+mn-ea"/>
            </a:endParaRPr>
          </a:p>
          <a:p>
            <a:pPr lvl="2"/>
            <a:r>
              <a:rPr lang="en-US" altLang="zh-CN" dirty="0" smtClean="0">
                <a:sym typeface="+mn-ea"/>
              </a:rPr>
              <a:t>建立用户反馈渠道：鼓励用户提供反馈，及时响应用户需求，增强用户满意度和忠诚度</a:t>
            </a:r>
            <a:endParaRPr lang="en-US" altLang="zh-CN" dirty="0" smtClean="0">
              <a:sym typeface="+mn-ea"/>
            </a:endParaRPr>
          </a:p>
          <a:p>
            <a:pPr lvl="1"/>
            <a:r>
              <a:rPr lang="zh-CN" altLang="zh-CN" dirty="0" smtClean="0">
                <a:sym typeface="+mn-ea"/>
              </a:rPr>
              <a:t>生态拓展......</a:t>
            </a:r>
            <a:endParaRPr lang="zh-CN" altLang="zh-CN" dirty="0" smtClean="0">
              <a:sym typeface="+mn-ea"/>
            </a:endParaRPr>
          </a:p>
          <a:p>
            <a:pPr lvl="2"/>
            <a:r>
              <a:rPr lang="en-US" altLang="zh-CN" dirty="0" smtClean="0">
                <a:sym typeface="+mn-ea"/>
              </a:rPr>
              <a:t>建立合作伙伴关系：与其他技术供应商、研究机构和行业组织合作，共同开发新的应用和服务。</a:t>
            </a:r>
            <a:endParaRPr lang="en-US" altLang="zh-CN" dirty="0" smtClean="0">
              <a:sym typeface="+mn-ea"/>
            </a:endParaRPr>
          </a:p>
          <a:p>
            <a:pPr lvl="2"/>
            <a:r>
              <a:rPr lang="zh-CN" altLang="en-US" dirty="0" smtClean="0">
                <a:sym typeface="+mn-ea"/>
              </a:rPr>
              <a:t>知识书籍：项目相关内容形成书籍的方式进行</a:t>
            </a:r>
            <a:r>
              <a:rPr lang="zh-CN" altLang="en-US" dirty="0" smtClean="0">
                <a:sym typeface="+mn-ea"/>
              </a:rPr>
              <a:t>留存</a:t>
            </a:r>
            <a:endParaRPr lang="zh-CN" altLang="en-US" dirty="0" smtClean="0">
              <a:sym typeface="+mn-ea"/>
            </a:endParaRPr>
          </a:p>
        </p:txBody>
      </p:sp>
      <p:sp>
        <p:nvSpPr>
          <p:cNvPr id="5" name="Title 4"/>
          <p:cNvSpPr>
            <a:spLocks noGrp="1"/>
          </p:cNvSpPr>
          <p:nvPr>
            <p:ph type="title"/>
          </p:nvPr>
        </p:nvSpPr>
        <p:spPr/>
        <p:txBody>
          <a:bodyPr/>
          <a:lstStyle/>
          <a:p>
            <a:r>
              <a:rPr lang="zh-CN" altLang="en-US" smtClean="0"/>
              <a:t>十、项目社区成长规划</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lvl="0"/>
            <a:r>
              <a:rPr lang="zh-CN" altLang="zh-CN" dirty="0" smtClean="0">
                <a:sym typeface="+mn-ea"/>
              </a:rPr>
              <a:t>未来社区成长目标与规划（必选，项目社区的3年发展目标预期 &amp; 关键里程碑目标）：</a:t>
            </a:r>
            <a:endParaRPr lang="zh-CN" altLang="zh-CN" dirty="0" smtClean="0">
              <a:sym typeface="+mn-ea"/>
            </a:endParaRPr>
          </a:p>
          <a:p>
            <a:pPr lvl="0"/>
            <a:endParaRPr lang="zh-CN" altLang="zh-CN" dirty="0" smtClean="0">
              <a:sym typeface="+mn-ea"/>
            </a:endParaRPr>
          </a:p>
          <a:p>
            <a:endParaRPr lang="zh-CN" altLang="en-US" dirty="0"/>
          </a:p>
        </p:txBody>
      </p:sp>
      <p:sp>
        <p:nvSpPr>
          <p:cNvPr id="5" name="Title 4"/>
          <p:cNvSpPr>
            <a:spLocks noGrp="1"/>
          </p:cNvSpPr>
          <p:nvPr>
            <p:ph type="title"/>
          </p:nvPr>
        </p:nvSpPr>
        <p:spPr/>
        <p:txBody>
          <a:bodyPr/>
          <a:lstStyle/>
          <a:p>
            <a:r>
              <a:rPr lang="zh-CN" altLang="en-US" smtClean="0"/>
              <a:t>十、项目社区成长规划</a:t>
            </a:r>
            <a:endParaRPr lang="zh-CN" altLang="en-US"/>
          </a:p>
        </p:txBody>
      </p:sp>
      <p:graphicFrame>
        <p:nvGraphicFramePr>
          <p:cNvPr id="6" name="图示 5"/>
          <p:cNvGraphicFramePr/>
          <p:nvPr/>
        </p:nvGraphicFramePr>
        <p:xfrm>
          <a:off x="630741" y="1391889"/>
          <a:ext cx="10996963" cy="482730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solidFill>
                  <a:srgbClr val="1D78FA"/>
                </a:solidFill>
              </a:rPr>
              <a:t>PART TWO</a:t>
            </a:r>
            <a:endParaRPr lang="en-US">
              <a:solidFill>
                <a:srgbClr val="1D78FA"/>
              </a:solidFill>
            </a:endParaRPr>
          </a:p>
        </p:txBody>
      </p:sp>
      <p:sp>
        <p:nvSpPr>
          <p:cNvPr id="6" name="Text Placeholder 5"/>
          <p:cNvSpPr>
            <a:spLocks noGrp="1"/>
          </p:cNvSpPr>
          <p:nvPr>
            <p:ph type="body" sz="quarter" idx="11"/>
          </p:nvPr>
        </p:nvSpPr>
        <p:spPr>
          <a:xfrm>
            <a:off x="5646420" y="3332480"/>
            <a:ext cx="5443855" cy="914400"/>
          </a:xfrm>
        </p:spPr>
        <p:txBody>
          <a:bodyPr/>
          <a:lstStyle/>
          <a:p>
            <a:r>
              <a:rPr lang="zh-CN" altLang="en-US"/>
              <a:t>项目捐赠意向说明</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542926" y="1323975"/>
            <a:ext cx="11077574" cy="4962525"/>
          </a:xfrm>
        </p:spPr>
        <p:txBody>
          <a:bodyPr/>
          <a:lstStyle/>
          <a:p>
            <a:r>
              <a:rPr lang="zh-CN" altLang="zh-CN" dirty="0" smtClean="0">
                <a:sym typeface="+mn-ea"/>
              </a:rPr>
              <a:t>本项目代码原创性：</a:t>
            </a:r>
            <a:endParaRPr lang="zh-CN" altLang="zh-CN" dirty="0" smtClean="0">
              <a:sym typeface="+mn-ea"/>
            </a:endParaRPr>
          </a:p>
          <a:p>
            <a:pPr marL="457200" lvl="1" indent="0">
              <a:buNone/>
            </a:pPr>
            <a:r>
              <a:rPr lang="zh-CN" altLang="zh-CN" sz="1600" dirty="0">
                <a:sym typeface="+mn-ea"/>
              </a:rPr>
              <a:t>  经代码自检和统计，捐赠方确认本项目源代码及其相关文档所在代码仓地址</a:t>
            </a:r>
            <a:r>
              <a:rPr lang="zh-CN" altLang="zh-CN" sz="1600" dirty="0" smtClean="0">
                <a:sym typeface="+mn-ea"/>
              </a:rPr>
              <a:t>：                                  </a:t>
            </a:r>
            <a:r>
              <a:rPr lang="zh-CN" altLang="zh-CN" sz="1600" dirty="0">
                <a:sym typeface="+mn-ea"/>
              </a:rPr>
              <a:t>，</a:t>
            </a:r>
            <a:endParaRPr lang="zh-CN" altLang="zh-CN" sz="1600" dirty="0">
              <a:sym typeface="+mn-ea"/>
            </a:endParaRPr>
          </a:p>
          <a:p>
            <a:pPr marL="457200" lvl="1" indent="0">
              <a:buNone/>
            </a:pPr>
            <a:r>
              <a:rPr lang="zh-CN" altLang="zh-CN" sz="1600" dirty="0">
                <a:sym typeface="+mn-ea"/>
              </a:rPr>
              <a:t>其中：</a:t>
            </a:r>
            <a:endParaRPr lang="zh-CN" altLang="zh-CN" sz="1600" dirty="0">
              <a:sym typeface="+mn-ea"/>
            </a:endParaRPr>
          </a:p>
          <a:p>
            <a:pPr marL="457200" lvl="1" indent="0">
              <a:buNone/>
            </a:pPr>
            <a:r>
              <a:rPr lang="en-US" altLang="zh-CN" sz="1600" dirty="0">
                <a:sym typeface="+mn-ea"/>
              </a:rPr>
              <a:t> 【x】</a:t>
            </a:r>
            <a:r>
              <a:rPr lang="zh-CN" altLang="zh-CN" sz="1600" dirty="0">
                <a:sym typeface="+mn-ea"/>
              </a:rPr>
              <a:t>捐赠方独立创作代码内容（代码仓地址、权属）</a:t>
            </a:r>
            <a:r>
              <a:rPr lang="zh-CN" altLang="zh-CN" sz="1600" dirty="0" smtClean="0">
                <a:sym typeface="+mn-ea"/>
              </a:rPr>
              <a:t>：                   </a:t>
            </a:r>
            <a:r>
              <a:rPr lang="zh-CN" altLang="zh-CN" sz="1600" dirty="0">
                <a:sym typeface="+mn-ea"/>
              </a:rPr>
              <a:t>代码量占比：      （*如有多个捐赠方，请分别列出）</a:t>
            </a:r>
            <a:endParaRPr lang="zh-CN" altLang="zh-CN" sz="1600" dirty="0">
              <a:sym typeface="+mn-ea"/>
            </a:endParaRPr>
          </a:p>
          <a:p>
            <a:pPr marL="457200" lvl="1" indent="0">
              <a:buNone/>
            </a:pPr>
            <a:r>
              <a:rPr lang="en-US" altLang="zh-CN" sz="1600" dirty="0">
                <a:sym typeface="+mn-ea"/>
              </a:rPr>
              <a:t> 【 】</a:t>
            </a:r>
            <a:r>
              <a:rPr lang="zh-CN" altLang="zh-CN" sz="1600" dirty="0">
                <a:sym typeface="+mn-ea"/>
              </a:rPr>
              <a:t>第三方开源代码内容（版本、来源地址、在本项目中部署的路径、开源许可证）：                            代码量占比：       </a:t>
            </a:r>
            <a:endParaRPr lang="zh-CN" altLang="zh-CN" sz="1600" dirty="0">
              <a:sym typeface="+mn-ea"/>
            </a:endParaRPr>
          </a:p>
          <a:p>
            <a:pPr marL="457200" lvl="1" indent="0">
              <a:buNone/>
            </a:pPr>
            <a:r>
              <a:rPr lang="en-US" altLang="zh-CN" sz="1600" dirty="0">
                <a:sym typeface="+mn-ea"/>
              </a:rPr>
              <a:t> 【 】</a:t>
            </a:r>
            <a:r>
              <a:rPr lang="zh-CN" altLang="zh-CN" sz="1600" dirty="0">
                <a:sym typeface="+mn-ea"/>
              </a:rPr>
              <a:t>第三方专有许可代码内容（版本、来源地址、在本项目中部署的路径、专有许可证）：         </a:t>
            </a:r>
            <a:r>
              <a:rPr lang="en-US" altLang="zh-CN" sz="1600" dirty="0">
                <a:sym typeface="+mn-ea"/>
              </a:rPr>
              <a:t> </a:t>
            </a:r>
            <a:r>
              <a:rPr lang="zh-CN" altLang="zh-CN" sz="1600" dirty="0">
                <a:sym typeface="+mn-ea"/>
              </a:rPr>
              <a:t>           代码量占比：       </a:t>
            </a:r>
            <a:endParaRPr lang="zh-CN" altLang="zh-CN" sz="1600" dirty="0">
              <a:sym typeface="+mn-ea"/>
            </a:endParaRPr>
          </a:p>
          <a:p>
            <a:r>
              <a:rPr lang="zh-CN" altLang="zh-CN" dirty="0" smtClean="0">
                <a:sym typeface="+mn-ea"/>
              </a:rPr>
              <a:t>本项目代码合规性：</a:t>
            </a:r>
            <a:endParaRPr lang="zh-CN" altLang="zh-CN" dirty="0" smtClean="0">
              <a:sym typeface="+mn-ea"/>
            </a:endParaRPr>
          </a:p>
          <a:p>
            <a:pPr marL="457200" lvl="1" indent="0">
              <a:buNone/>
            </a:pPr>
            <a:r>
              <a:rPr lang="zh-CN" altLang="zh-CN" dirty="0" smtClean="0">
                <a:sym typeface="+mn-ea"/>
              </a:rPr>
              <a:t>捐赠方确认其有权合法捐赠/授权所有拟捐赠内容。</a:t>
            </a:r>
            <a:endParaRPr lang="zh-CN" altLang="zh-CN" dirty="0" smtClean="0">
              <a:sym typeface="+mn-ea"/>
            </a:endParaRPr>
          </a:p>
          <a:p>
            <a:pPr marL="457200" lvl="1" indent="0">
              <a:buNone/>
            </a:pPr>
            <a:r>
              <a:rPr lang="zh-CN" altLang="zh-CN" dirty="0" smtClean="0">
                <a:sym typeface="+mn-ea"/>
              </a:rPr>
              <a:t>经自检，捐赠方确认本项目拟捐赠代码符合以下要求：</a:t>
            </a:r>
            <a:endParaRPr lang="zh-CN" altLang="zh-CN" dirty="0" smtClean="0">
              <a:sym typeface="+mn-ea"/>
            </a:endParaRPr>
          </a:p>
          <a:p>
            <a:pPr marL="457200" lvl="1" indent="0">
              <a:buNone/>
            </a:pPr>
            <a:r>
              <a:rPr lang="en-US" altLang="zh-CN" dirty="0" smtClean="0">
                <a:sym typeface="+mn-ea"/>
              </a:rPr>
              <a:t> 【</a:t>
            </a:r>
            <a:r>
              <a:rPr lang="en-US" altLang="zh-CN" dirty="0" smtClean="0">
                <a:sym typeface="+mn-ea"/>
              </a:rPr>
              <a:t>x】</a:t>
            </a:r>
            <a:r>
              <a:rPr lang="zh-CN" altLang="zh-CN" dirty="0" smtClean="0">
                <a:sym typeface="+mn-ea"/>
              </a:rPr>
              <a:t>所引用的第三方代码均保留原有版权声明，且未经篡改；</a:t>
            </a:r>
            <a:endParaRPr lang="zh-CN" altLang="zh-CN" dirty="0" smtClean="0">
              <a:sym typeface="+mn-ea"/>
            </a:endParaRPr>
          </a:p>
          <a:p>
            <a:pPr marL="457200" lvl="1" indent="0">
              <a:buNone/>
            </a:pPr>
            <a:r>
              <a:rPr lang="en-US" altLang="zh-CN" dirty="0" smtClean="0">
                <a:sym typeface="+mn-ea"/>
              </a:rPr>
              <a:t> 【x】</a:t>
            </a:r>
            <a:r>
              <a:rPr lang="zh-CN" altLang="zh-CN" dirty="0" smtClean="0">
                <a:sym typeface="+mn-ea"/>
              </a:rPr>
              <a:t>所引用的第三方代码均保留原有许可证信息，且未经篡改；</a:t>
            </a:r>
            <a:endParaRPr lang="zh-CN" altLang="zh-CN" dirty="0" smtClean="0">
              <a:sym typeface="+mn-ea"/>
            </a:endParaRPr>
          </a:p>
          <a:p>
            <a:pPr marL="457200" lvl="1" indent="0">
              <a:buNone/>
            </a:pPr>
            <a:r>
              <a:rPr lang="en-US" altLang="zh-CN" dirty="0" smtClean="0">
                <a:sym typeface="+mn-ea"/>
              </a:rPr>
              <a:t> 【x】</a:t>
            </a:r>
            <a:r>
              <a:rPr lang="zh-CN" altLang="zh-CN" dirty="0" smtClean="0">
                <a:sym typeface="+mn-ea"/>
              </a:rPr>
              <a:t>对第三方代码的使用、修改、分发等均符合其原有许可证的要求。</a:t>
            </a:r>
            <a:endParaRPr lang="zh-CN" altLang="en-US" dirty="0" smtClean="0"/>
          </a:p>
          <a:p>
            <a:endParaRPr lang="zh-CN" altLang="en-US" dirty="0"/>
          </a:p>
        </p:txBody>
      </p:sp>
      <p:sp>
        <p:nvSpPr>
          <p:cNvPr id="5" name="Title 4"/>
          <p:cNvSpPr>
            <a:spLocks noGrp="1"/>
          </p:cNvSpPr>
          <p:nvPr>
            <p:ph type="title"/>
          </p:nvPr>
        </p:nvSpPr>
        <p:spPr/>
        <p:txBody>
          <a:bodyPr/>
          <a:lstStyle/>
          <a:p>
            <a:r>
              <a:rPr lang="zh-CN" altLang="en-US" smtClean="0"/>
              <a:t>一、本项目原创性及合规性声明</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lvl="0"/>
            <a:r>
              <a:rPr lang="zh-CN" altLang="zh-CN" dirty="0" smtClean="0">
                <a:sym typeface="+mn-ea"/>
              </a:rPr>
              <a:t>本项目计算机软件著作权登记情况：</a:t>
            </a:r>
            <a:endParaRPr lang="zh-CN" altLang="zh-CN" dirty="0" smtClean="0">
              <a:sym typeface="+mn-ea"/>
            </a:endParaRPr>
          </a:p>
          <a:p>
            <a:pPr lvl="1"/>
            <a:r>
              <a:rPr lang="en-US" altLang="zh-CN" dirty="0" smtClean="0">
                <a:sym typeface="+mn-ea"/>
              </a:rPr>
              <a:t> 【 】</a:t>
            </a:r>
            <a:r>
              <a:rPr lang="zh-CN" altLang="zh-CN" dirty="0" smtClean="0">
                <a:sym typeface="+mn-ea"/>
              </a:rPr>
              <a:t>未作计算机软件著作权登记，捐赠后由基金会进行计算机软件登记；</a:t>
            </a:r>
            <a:endParaRPr lang="zh-CN" altLang="zh-CN" dirty="0" smtClean="0">
              <a:sym typeface="+mn-ea"/>
            </a:endParaRPr>
          </a:p>
          <a:p>
            <a:pPr lvl="1"/>
            <a:r>
              <a:rPr lang="en-US" altLang="zh-CN" dirty="0" smtClean="0">
                <a:sym typeface="+mn-ea"/>
              </a:rPr>
              <a:t> 【 】</a:t>
            </a:r>
            <a:r>
              <a:rPr lang="zh-CN" altLang="zh-CN" dirty="0" smtClean="0">
                <a:sym typeface="+mn-ea"/>
              </a:rPr>
              <a:t>已有计算机软件著作权登记，请提供登记号、计算机软件名称、版本号、权利人、国家、取得方式、登记日期等详情（可另附表格）。</a:t>
            </a:r>
            <a:endParaRPr lang="zh-CN" altLang="zh-CN" dirty="0" smtClean="0">
              <a:sym typeface="+mn-ea"/>
            </a:endParaRPr>
          </a:p>
          <a:p>
            <a:pPr lvl="0"/>
            <a:r>
              <a:rPr lang="zh-CN" altLang="zh-CN" dirty="0" smtClean="0">
                <a:sym typeface="+mn-ea"/>
              </a:rPr>
              <a:t>  捐赠意向：</a:t>
            </a:r>
            <a:endParaRPr lang="zh-CN" altLang="zh-CN" dirty="0" smtClean="0">
              <a:sym typeface="+mn-ea"/>
            </a:endParaRPr>
          </a:p>
          <a:p>
            <a:pPr lvl="1"/>
            <a:r>
              <a:rPr lang="en-US" altLang="zh-CN" dirty="0" smtClean="0">
                <a:sym typeface="+mn-ea"/>
              </a:rPr>
              <a:t> 【 】</a:t>
            </a:r>
            <a:r>
              <a:rPr lang="zh-CN" altLang="zh-CN" dirty="0" smtClean="0">
                <a:sym typeface="+mn-ea"/>
              </a:rPr>
              <a:t>向基金会捐赠本项目代码/软件的著作权；</a:t>
            </a:r>
            <a:endParaRPr lang="zh-CN" altLang="zh-CN" dirty="0" smtClean="0">
              <a:sym typeface="+mn-ea"/>
            </a:endParaRPr>
          </a:p>
          <a:p>
            <a:pPr lvl="1"/>
            <a:r>
              <a:rPr lang="en-US" altLang="zh-CN" dirty="0" smtClean="0">
                <a:sym typeface="+mn-ea"/>
              </a:rPr>
              <a:t> 【 】</a:t>
            </a:r>
            <a:r>
              <a:rPr lang="zh-CN" altLang="zh-CN" dirty="0" smtClean="0">
                <a:sym typeface="+mn-ea"/>
              </a:rPr>
              <a:t>向基金会充分授权本项目代码/软件的著作权。</a:t>
            </a:r>
            <a:endParaRPr lang="zh-CN" altLang="zh-CN" dirty="0" smtClean="0">
              <a:sym typeface="+mn-ea"/>
            </a:endParaRPr>
          </a:p>
          <a:p>
            <a:pPr lvl="0"/>
            <a:r>
              <a:rPr lang="zh-CN" altLang="zh-CN" dirty="0" smtClean="0">
                <a:sym typeface="+mn-ea"/>
              </a:rPr>
              <a:t>本项目开源的计划时间点与节奏：  </a:t>
            </a:r>
            <a:endParaRPr lang="zh-CN" altLang="zh-CN" dirty="0" smtClean="0">
              <a:sym typeface="+mn-ea"/>
            </a:endParaRPr>
          </a:p>
          <a:p>
            <a:pPr lvl="1"/>
            <a:r>
              <a:rPr lang="en-US" altLang="zh-CN" dirty="0" smtClean="0">
                <a:sym typeface="+mn-ea"/>
              </a:rPr>
              <a:t> 【 】</a:t>
            </a:r>
            <a:r>
              <a:rPr lang="zh-CN" altLang="zh-CN" dirty="0" smtClean="0">
                <a:sym typeface="+mn-ea"/>
              </a:rPr>
              <a:t>已开源；</a:t>
            </a:r>
            <a:endParaRPr lang="zh-CN" altLang="zh-CN" dirty="0" smtClean="0">
              <a:sym typeface="+mn-ea"/>
            </a:endParaRPr>
          </a:p>
          <a:p>
            <a:pPr lvl="1"/>
            <a:r>
              <a:rPr lang="en-US" altLang="zh-CN" dirty="0" smtClean="0">
                <a:sym typeface="+mn-ea"/>
              </a:rPr>
              <a:t> 【 】</a:t>
            </a:r>
            <a:r>
              <a:rPr lang="zh-CN" altLang="zh-CN" dirty="0" smtClean="0">
                <a:sym typeface="+mn-ea"/>
              </a:rPr>
              <a:t>尚未开源，拟开源时间：                          [开源前请完成出口管制合规及项目相关专利申请（如有)] 。</a:t>
            </a:r>
            <a:endParaRPr lang="zh-CN" altLang="zh-CN" dirty="0" smtClean="0">
              <a:sym typeface="+mn-ea"/>
            </a:endParaRPr>
          </a:p>
          <a:p>
            <a:endParaRPr lang="zh-CN" altLang="en-US" dirty="0"/>
          </a:p>
        </p:txBody>
      </p:sp>
      <p:sp>
        <p:nvSpPr>
          <p:cNvPr id="5" name="Title 4"/>
          <p:cNvSpPr>
            <a:spLocks noGrp="1"/>
          </p:cNvSpPr>
          <p:nvPr>
            <p:ph type="title"/>
          </p:nvPr>
        </p:nvSpPr>
        <p:spPr/>
        <p:txBody>
          <a:bodyPr/>
          <a:lstStyle/>
          <a:p>
            <a:r>
              <a:rPr lang="zh-CN" altLang="en-US" smtClean="0"/>
              <a:t>二、本项目捐赠意向</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lvl="0"/>
            <a:r>
              <a:rPr lang="zh-CN" altLang="zh-CN" dirty="0" smtClean="0">
                <a:sym typeface="+mn-ea"/>
              </a:rPr>
              <a:t>名称：</a:t>
            </a:r>
            <a:r>
              <a:rPr lang="en-US" altLang="zh-CN" dirty="0" smtClean="0">
                <a:sym typeface="+mn-ea"/>
              </a:rPr>
              <a:t>________</a:t>
            </a:r>
            <a:r>
              <a:rPr lang="en-US" altLang="zh-CN" dirty="0" smtClean="0">
                <a:sym typeface="+mn-ea"/>
              </a:rPr>
              <a:t>GoIoTPlatform_______</a:t>
            </a:r>
            <a:endParaRPr lang="zh-CN" altLang="zh-CN" dirty="0" smtClean="0">
              <a:sym typeface="+mn-ea"/>
            </a:endParaRPr>
          </a:p>
          <a:p>
            <a:pPr lvl="2"/>
            <a:r>
              <a:rPr lang="en-US" altLang="zh-CN" dirty="0" smtClean="0">
                <a:sym typeface="+mn-ea"/>
              </a:rPr>
              <a:t> 【 】</a:t>
            </a:r>
            <a:r>
              <a:rPr lang="zh-CN" altLang="zh-CN" dirty="0" smtClean="0">
                <a:sym typeface="+mn-ea"/>
              </a:rPr>
              <a:t>暂未确定任何名称，本项目捐赠后由基金会拟定新名称并进行商标注册；</a:t>
            </a:r>
            <a:endParaRPr lang="zh-CN" altLang="zh-CN" dirty="0" smtClean="0">
              <a:sym typeface="+mn-ea"/>
            </a:endParaRPr>
          </a:p>
          <a:p>
            <a:pPr lvl="2"/>
            <a:r>
              <a:rPr lang="en-US" altLang="zh-CN" dirty="0" smtClean="0">
                <a:sym typeface="+mn-ea"/>
              </a:rPr>
              <a:t> 【 】</a:t>
            </a:r>
            <a:r>
              <a:rPr lang="zh-CN" altLang="zh-CN" dirty="0" smtClean="0">
                <a:sym typeface="+mn-ea"/>
              </a:rPr>
              <a:t>中文名称</a:t>
            </a:r>
            <a:r>
              <a:rPr lang="en-US" altLang="zh-CN" dirty="0" smtClean="0">
                <a:sym typeface="+mn-ea"/>
              </a:rPr>
              <a:t>: ____GoIoT</a:t>
            </a:r>
            <a:r>
              <a:rPr lang="zh-CN" altLang="en-US" dirty="0" smtClean="0">
                <a:sym typeface="+mn-ea"/>
              </a:rPr>
              <a:t>开发平台</a:t>
            </a:r>
            <a:r>
              <a:rPr lang="en-US" altLang="zh-CN" dirty="0" smtClean="0">
                <a:sym typeface="+mn-ea"/>
              </a:rPr>
              <a:t>____________</a:t>
            </a:r>
            <a:r>
              <a:rPr lang="zh-CN" altLang="zh-CN" dirty="0" smtClean="0">
                <a:sym typeface="+mn-ea"/>
              </a:rPr>
              <a:t> 、</a:t>
            </a:r>
            <a:r>
              <a:rPr lang="en-US" altLang="zh-CN" dirty="0" smtClean="0">
                <a:sym typeface="+mn-ea"/>
              </a:rPr>
              <a:t> 【 】</a:t>
            </a:r>
            <a:r>
              <a:rPr lang="zh-CN" altLang="zh-CN" dirty="0" smtClean="0">
                <a:sym typeface="+mn-ea"/>
              </a:rPr>
              <a:t>英文名称</a:t>
            </a:r>
            <a:r>
              <a:rPr lang="en-US" altLang="zh-CN" dirty="0" smtClean="0">
                <a:sym typeface="+mn-ea"/>
              </a:rPr>
              <a:t>: ______</a:t>
            </a:r>
            <a:r>
              <a:rPr lang="en-US" altLang="zh-CN" dirty="0" smtClean="0">
                <a:sym typeface="+mn-ea"/>
              </a:rPr>
              <a:t>GoIoTPlatform________</a:t>
            </a:r>
            <a:r>
              <a:rPr lang="zh-CN" altLang="zh-CN" dirty="0" smtClean="0">
                <a:sym typeface="+mn-ea"/>
              </a:rPr>
              <a:t>、</a:t>
            </a:r>
            <a:r>
              <a:rPr lang="en-US" altLang="zh-CN" dirty="0" smtClean="0">
                <a:sym typeface="+mn-ea"/>
              </a:rPr>
              <a:t> 【 】</a:t>
            </a:r>
            <a:r>
              <a:rPr lang="zh-CN" altLang="zh-CN" dirty="0" smtClean="0">
                <a:sym typeface="+mn-ea"/>
              </a:rPr>
              <a:t>LOGO/标识</a:t>
            </a:r>
            <a:r>
              <a:rPr lang="en-US" altLang="zh-CN" dirty="0" smtClean="0">
                <a:sym typeface="+mn-ea"/>
              </a:rPr>
              <a:t>:</a:t>
            </a:r>
            <a:endParaRPr lang="zh-CN" altLang="zh-CN" dirty="0" smtClean="0">
              <a:sym typeface="+mn-ea"/>
            </a:endParaRPr>
          </a:p>
          <a:p>
            <a:pPr lvl="2"/>
            <a:r>
              <a:rPr lang="en-US" altLang="zh-CN" dirty="0" smtClean="0">
                <a:sym typeface="+mn-ea"/>
              </a:rPr>
              <a:t> 【 】</a:t>
            </a:r>
            <a:r>
              <a:rPr lang="zh-CN" altLang="zh-CN" dirty="0" smtClean="0">
                <a:sym typeface="+mn-ea"/>
              </a:rPr>
              <a:t>捐赠方相关商业产品名称（如有）</a:t>
            </a:r>
            <a:r>
              <a:rPr lang="en-US" altLang="zh-CN" dirty="0" smtClean="0">
                <a:sym typeface="+mn-ea"/>
              </a:rPr>
              <a:t>:_____________</a:t>
            </a:r>
            <a:r>
              <a:rPr lang="zh-CN" altLang="zh-CN" dirty="0" smtClean="0">
                <a:sym typeface="+mn-ea"/>
              </a:rPr>
              <a:t>                                            </a:t>
            </a:r>
            <a:endParaRPr lang="zh-CN" altLang="zh-CN" dirty="0" smtClean="0">
              <a:sym typeface="+mn-ea"/>
            </a:endParaRPr>
          </a:p>
          <a:p>
            <a:pPr lvl="0"/>
            <a:r>
              <a:rPr lang="zh-CN" altLang="zh-CN" dirty="0" smtClean="0">
                <a:sym typeface="+mn-ea"/>
              </a:rPr>
              <a:t>商标注册：</a:t>
            </a:r>
            <a:r>
              <a:rPr lang="en-US" altLang="zh-CN" dirty="0" smtClean="0">
                <a:sym typeface="+mn-ea"/>
              </a:rPr>
              <a:t>___</a:t>
            </a:r>
            <a:r>
              <a:rPr lang="zh-CN" altLang="en-US" dirty="0" smtClean="0">
                <a:sym typeface="+mn-ea"/>
              </a:rPr>
              <a:t>无</a:t>
            </a:r>
            <a:r>
              <a:rPr lang="en-US" altLang="zh-CN" dirty="0" smtClean="0">
                <a:sym typeface="+mn-ea"/>
              </a:rPr>
              <a:t>___________</a:t>
            </a:r>
            <a:endParaRPr lang="zh-CN" altLang="zh-CN" dirty="0" smtClean="0">
              <a:sym typeface="+mn-ea"/>
            </a:endParaRPr>
          </a:p>
          <a:p>
            <a:pPr lvl="2"/>
            <a:r>
              <a:rPr lang="en-US" altLang="zh-CN" dirty="0" smtClean="0">
                <a:sym typeface="+mn-ea"/>
              </a:rPr>
              <a:t> 【</a:t>
            </a:r>
            <a:r>
              <a:rPr lang="en-US" altLang="zh-CN" dirty="0" smtClean="0">
                <a:sym typeface="+mn-ea"/>
              </a:rPr>
              <a:t>√】</a:t>
            </a:r>
            <a:r>
              <a:rPr lang="zh-CN" altLang="zh-CN" dirty="0" smtClean="0">
                <a:sym typeface="+mn-ea"/>
              </a:rPr>
              <a:t>项目名称及LOGO/标识未申请商标，本项目捐赠后由基金会进行商标申请（经评估项目名称难以注册的情形除外）；</a:t>
            </a:r>
            <a:endParaRPr lang="zh-CN" altLang="zh-CN" dirty="0" smtClean="0">
              <a:sym typeface="+mn-ea"/>
            </a:endParaRPr>
          </a:p>
          <a:p>
            <a:pPr lvl="2"/>
            <a:r>
              <a:rPr lang="en-US" altLang="zh-CN" dirty="0" smtClean="0">
                <a:sym typeface="+mn-ea"/>
              </a:rPr>
              <a:t> 【 】</a:t>
            </a:r>
            <a:r>
              <a:rPr lang="zh-CN" altLang="zh-CN" dirty="0" smtClean="0">
                <a:sym typeface="+mn-ea"/>
              </a:rPr>
              <a:t>项目名称及LOGO/标识已申请商标，提供商标名称、申请号、权利人、类别、法律状态、国家/地区、有效期等详情（可另附表格）。         </a:t>
            </a:r>
            <a:endParaRPr lang="zh-CN" altLang="zh-CN" dirty="0" smtClean="0">
              <a:sym typeface="+mn-ea"/>
            </a:endParaRPr>
          </a:p>
          <a:p>
            <a:pPr lvl="0"/>
            <a:r>
              <a:rPr lang="zh-CN" altLang="zh-CN" dirty="0" smtClean="0">
                <a:sym typeface="+mn-ea"/>
              </a:rPr>
              <a:t>著作权登记：</a:t>
            </a:r>
            <a:r>
              <a:rPr lang="en-US" altLang="zh-CN" dirty="0" smtClean="0">
                <a:sym typeface="+mn-ea"/>
              </a:rPr>
              <a:t>____</a:t>
            </a:r>
            <a:r>
              <a:rPr lang="zh-CN" altLang="en-US" dirty="0" smtClean="0">
                <a:sym typeface="+mn-ea"/>
              </a:rPr>
              <a:t>无</a:t>
            </a:r>
            <a:r>
              <a:rPr lang="en-US" altLang="zh-CN" dirty="0" smtClean="0">
                <a:sym typeface="+mn-ea"/>
              </a:rPr>
              <a:t>___________</a:t>
            </a:r>
            <a:endParaRPr lang="zh-CN" altLang="zh-CN" dirty="0" smtClean="0">
              <a:sym typeface="+mn-ea"/>
            </a:endParaRPr>
          </a:p>
          <a:p>
            <a:pPr lvl="2"/>
            <a:r>
              <a:rPr lang="en-US" altLang="zh-CN" dirty="0" smtClean="0">
                <a:sym typeface="+mn-ea"/>
              </a:rPr>
              <a:t> 【</a:t>
            </a:r>
            <a:r>
              <a:rPr lang="en-US" altLang="zh-CN" dirty="0" smtClean="0">
                <a:sym typeface="+mn-ea"/>
              </a:rPr>
              <a:t>√</a:t>
            </a:r>
            <a:r>
              <a:rPr lang="en-US" altLang="zh-CN" dirty="0" smtClean="0">
                <a:sym typeface="+mn-ea"/>
              </a:rPr>
              <a:t>】</a:t>
            </a:r>
            <a:r>
              <a:rPr lang="zh-CN" altLang="zh-CN" dirty="0" smtClean="0">
                <a:sym typeface="+mn-ea"/>
              </a:rPr>
              <a:t>LOGO/标识未进行著作权登记，本项目捐赠后由基金会进行登记；</a:t>
            </a:r>
            <a:endParaRPr lang="zh-CN" altLang="zh-CN" dirty="0" smtClean="0">
              <a:sym typeface="+mn-ea"/>
            </a:endParaRPr>
          </a:p>
          <a:p>
            <a:pPr lvl="2"/>
            <a:r>
              <a:rPr lang="en-US" altLang="zh-CN" dirty="0" smtClean="0">
                <a:sym typeface="+mn-ea"/>
              </a:rPr>
              <a:t> 【 】</a:t>
            </a:r>
            <a:r>
              <a:rPr lang="zh-CN" altLang="zh-CN" dirty="0" smtClean="0">
                <a:sym typeface="+mn-ea"/>
              </a:rPr>
              <a:t>LOGO/标识已进行著作权登记,请提供著作权登记号、作品名称、权利人、法律状态、国家/地区、登记日期等详情（可另附表格）。</a:t>
            </a:r>
            <a:endParaRPr lang="zh-CN" altLang="zh-CN" dirty="0" smtClean="0">
              <a:sym typeface="+mn-ea"/>
            </a:endParaRPr>
          </a:p>
          <a:p>
            <a:pPr lvl="0"/>
            <a:r>
              <a:rPr lang="zh-CN" altLang="zh-CN" dirty="0" smtClean="0">
                <a:sym typeface="+mn-ea"/>
              </a:rPr>
              <a:t>捐赠意向：</a:t>
            </a:r>
            <a:endParaRPr lang="zh-CN" altLang="zh-CN" dirty="0" smtClean="0">
              <a:sym typeface="+mn-ea"/>
            </a:endParaRPr>
          </a:p>
          <a:p>
            <a:pPr lvl="2"/>
            <a:r>
              <a:rPr lang="en-US" altLang="zh-CN" dirty="0" smtClean="0">
                <a:sym typeface="+mn-ea"/>
              </a:rPr>
              <a:t> 【 】</a:t>
            </a:r>
            <a:r>
              <a:rPr lang="zh-CN" altLang="zh-CN" dirty="0" smtClean="0">
                <a:sym typeface="+mn-ea"/>
              </a:rPr>
              <a:t>向基金会捐赠本项目名称及相关知识产权，并沿用本项目已有名称（经评估项目名称难以注册的情形除外）</a:t>
            </a:r>
            <a:endParaRPr lang="zh-CN" altLang="zh-CN" dirty="0" smtClean="0">
              <a:sym typeface="+mn-ea"/>
            </a:endParaRPr>
          </a:p>
          <a:p>
            <a:pPr lvl="2"/>
            <a:r>
              <a:rPr lang="en-US" altLang="zh-CN" dirty="0" smtClean="0">
                <a:sym typeface="+mn-ea"/>
              </a:rPr>
              <a:t> 【 】</a:t>
            </a:r>
            <a:r>
              <a:rPr lang="zh-CN" altLang="zh-CN" dirty="0" smtClean="0">
                <a:sym typeface="+mn-ea"/>
              </a:rPr>
              <a:t>不向基金会捐赠本项目名称及相关知识产权，但授权基金会为介绍本项目合理使用已有名称，同时基金会有权为本项目拟定新名称并进行商标注册。</a:t>
            </a:r>
            <a:endParaRPr lang="zh-CN" altLang="zh-CN" dirty="0" smtClean="0">
              <a:sym typeface="+mn-ea"/>
            </a:endParaRPr>
          </a:p>
          <a:p>
            <a:endParaRPr lang="zh-CN" altLang="en-US" dirty="0"/>
          </a:p>
        </p:txBody>
      </p:sp>
      <p:sp>
        <p:nvSpPr>
          <p:cNvPr id="5" name="Title 4"/>
          <p:cNvSpPr>
            <a:spLocks noGrp="1"/>
          </p:cNvSpPr>
          <p:nvPr>
            <p:ph type="title"/>
          </p:nvPr>
        </p:nvSpPr>
        <p:spPr/>
        <p:txBody>
          <a:bodyPr/>
          <a:lstStyle/>
          <a:p>
            <a:r>
              <a:rPr lang="zh-CN" altLang="en-US" smtClean="0"/>
              <a:t>三、本项目相关知识产权</a:t>
            </a: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lvl="0"/>
            <a:r>
              <a:rPr lang="zh-CN" altLang="zh-CN" dirty="0" smtClean="0">
                <a:sym typeface="+mn-ea"/>
              </a:rPr>
              <a:t>本项目相关专利情况：</a:t>
            </a:r>
            <a:endParaRPr lang="zh-CN" altLang="zh-CN" dirty="0" smtClean="0">
              <a:sym typeface="+mn-ea"/>
            </a:endParaRPr>
          </a:p>
          <a:p>
            <a:pPr lvl="1"/>
            <a:r>
              <a:rPr lang="zh-CN" altLang="zh-CN" dirty="0" smtClean="0">
                <a:sym typeface="+mn-ea"/>
              </a:rPr>
              <a:t>  </a:t>
            </a:r>
            <a:r>
              <a:rPr lang="en-US" altLang="zh-CN" dirty="0" smtClean="0">
                <a:sym typeface="+mn-ea"/>
              </a:rPr>
              <a:t>【 】</a:t>
            </a:r>
            <a:r>
              <a:rPr lang="zh-CN" altLang="zh-CN" dirty="0" smtClean="0">
                <a:sym typeface="+mn-ea"/>
              </a:rPr>
              <a:t>未就本项目申请任何专利；</a:t>
            </a:r>
            <a:endParaRPr lang="zh-CN" altLang="zh-CN" dirty="0" smtClean="0">
              <a:sym typeface="+mn-ea"/>
            </a:endParaRPr>
          </a:p>
          <a:p>
            <a:pPr lvl="1"/>
            <a:r>
              <a:rPr lang="zh-CN" altLang="zh-CN" dirty="0" smtClean="0">
                <a:sym typeface="+mn-ea"/>
              </a:rPr>
              <a:t> </a:t>
            </a:r>
            <a:r>
              <a:rPr lang="en-US" altLang="zh-CN" dirty="0" smtClean="0">
                <a:sym typeface="+mn-ea"/>
              </a:rPr>
              <a:t> 【】</a:t>
            </a:r>
            <a:r>
              <a:rPr lang="zh-CN" altLang="zh-CN" dirty="0" smtClean="0">
                <a:sym typeface="+mn-ea"/>
              </a:rPr>
              <a:t>已申请专利，请提供专利名称、申请号、权利人、国家/地区、法律状态、有效期等详情（可另附表格）。</a:t>
            </a:r>
            <a:endParaRPr lang="zh-CN" altLang="zh-CN" dirty="0" smtClean="0">
              <a:sym typeface="+mn-ea"/>
            </a:endParaRPr>
          </a:p>
          <a:p>
            <a:r>
              <a:rPr lang="zh-CN" altLang="zh-CN" dirty="0" smtClean="0">
                <a:sym typeface="+mn-ea"/>
              </a:rPr>
              <a:t>   捐赠意向：</a:t>
            </a:r>
            <a:endParaRPr lang="zh-CN" altLang="zh-CN" dirty="0" smtClean="0">
              <a:sym typeface="+mn-ea"/>
            </a:endParaRPr>
          </a:p>
          <a:p>
            <a:pPr lvl="1"/>
            <a:r>
              <a:rPr lang="en-US" altLang="zh-CN" dirty="0" smtClean="0">
                <a:sym typeface="+mn-ea"/>
              </a:rPr>
              <a:t> 【</a:t>
            </a:r>
            <a:r>
              <a:rPr lang="zh-CN" altLang="en-US" dirty="0" smtClean="0">
                <a:sym typeface="+mn-ea"/>
              </a:rPr>
              <a:t>否</a:t>
            </a:r>
            <a:r>
              <a:rPr lang="en-US" altLang="zh-CN" dirty="0" smtClean="0">
                <a:sym typeface="+mn-ea"/>
              </a:rPr>
              <a:t>】</a:t>
            </a:r>
            <a:r>
              <a:rPr lang="zh-CN" altLang="zh-CN" dirty="0" smtClean="0">
                <a:sym typeface="+mn-ea"/>
              </a:rPr>
              <a:t>向基金会捐赠本项目相关专利权；</a:t>
            </a:r>
            <a:endParaRPr lang="zh-CN" altLang="zh-CN" dirty="0" smtClean="0">
              <a:sym typeface="+mn-ea"/>
            </a:endParaRPr>
          </a:p>
          <a:p>
            <a:pPr lvl="1"/>
            <a:r>
              <a:rPr lang="en-US" altLang="zh-CN" dirty="0" smtClean="0">
                <a:sym typeface="+mn-ea"/>
              </a:rPr>
              <a:t> 【</a:t>
            </a:r>
            <a:r>
              <a:rPr lang="zh-CN" altLang="en-US" dirty="0" smtClean="0">
                <a:sym typeface="+mn-ea"/>
              </a:rPr>
              <a:t>否</a:t>
            </a:r>
            <a:r>
              <a:rPr lang="en-US" altLang="zh-CN" dirty="0" smtClean="0">
                <a:sym typeface="+mn-ea"/>
              </a:rPr>
              <a:t>】</a:t>
            </a:r>
            <a:r>
              <a:rPr lang="zh-CN" altLang="zh-CN" dirty="0" smtClean="0">
                <a:sym typeface="+mn-ea"/>
              </a:rPr>
              <a:t>向基金会充分授权本项目相关专利权。</a:t>
            </a:r>
            <a:endParaRPr lang="zh-CN" altLang="zh-CN" dirty="0" smtClean="0">
              <a:sym typeface="+mn-ea"/>
            </a:endParaRPr>
          </a:p>
          <a:p>
            <a:endParaRPr lang="zh-CN" altLang="en-US" dirty="0"/>
          </a:p>
        </p:txBody>
      </p:sp>
      <p:sp>
        <p:nvSpPr>
          <p:cNvPr id="5" name="Title 4"/>
          <p:cNvSpPr>
            <a:spLocks noGrp="1"/>
          </p:cNvSpPr>
          <p:nvPr>
            <p:ph type="title"/>
          </p:nvPr>
        </p:nvSpPr>
        <p:spPr/>
        <p:txBody>
          <a:bodyPr/>
          <a:lstStyle/>
          <a:p>
            <a:r>
              <a:rPr lang="zh-CN" smtClean="0"/>
              <a:t>四、项目捐赠意向</a:t>
            </a:r>
            <a:endParaRPr lang="zh-C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pPr lvl="0"/>
            <a:r>
              <a:rPr lang="zh-CN" altLang="zh-CN" dirty="0" smtClean="0">
                <a:sym typeface="+mn-ea"/>
              </a:rPr>
              <a:t>本项目其他权益：</a:t>
            </a:r>
            <a:endParaRPr lang="zh-CN" altLang="zh-CN" dirty="0" smtClean="0">
              <a:sym typeface="+mn-ea"/>
            </a:endParaRPr>
          </a:p>
          <a:p>
            <a:pPr lvl="1"/>
            <a:r>
              <a:rPr lang="zh-CN" altLang="zh-CN" dirty="0" smtClean="0">
                <a:sym typeface="+mn-ea"/>
              </a:rPr>
              <a:t> 【】没有其他权益；</a:t>
            </a:r>
            <a:endParaRPr lang="zh-CN" altLang="zh-CN" dirty="0" smtClean="0">
              <a:sym typeface="+mn-ea"/>
            </a:endParaRPr>
          </a:p>
          <a:p>
            <a:pPr lvl="1"/>
            <a:r>
              <a:rPr lang="zh-CN" altLang="zh-CN" dirty="0" smtClean="0">
                <a:sym typeface="+mn-ea"/>
              </a:rPr>
              <a:t> 【】其他相关权益（项目官方网站、域名）：                                       （可另附表格）。</a:t>
            </a:r>
            <a:endParaRPr lang="zh-CN" altLang="zh-CN" dirty="0" smtClean="0">
              <a:sym typeface="+mn-ea"/>
            </a:endParaRPr>
          </a:p>
          <a:p>
            <a:pPr lvl="0"/>
            <a:r>
              <a:rPr lang="zh-CN" altLang="zh-CN" dirty="0" smtClean="0">
                <a:sym typeface="+mn-ea"/>
              </a:rPr>
              <a:t> 捐赠意向：</a:t>
            </a:r>
            <a:endParaRPr lang="zh-CN" altLang="zh-CN" dirty="0" smtClean="0">
              <a:sym typeface="+mn-ea"/>
            </a:endParaRPr>
          </a:p>
          <a:p>
            <a:pPr lvl="1"/>
            <a:r>
              <a:rPr lang="zh-CN" altLang="zh-CN" dirty="0" smtClean="0">
                <a:sym typeface="+mn-ea"/>
              </a:rPr>
              <a:t>  【】向基金会捐赠本项目其他权益；</a:t>
            </a:r>
            <a:endParaRPr lang="zh-CN" altLang="zh-CN" dirty="0" smtClean="0">
              <a:sym typeface="+mn-ea"/>
            </a:endParaRPr>
          </a:p>
          <a:p>
            <a:pPr lvl="1"/>
            <a:r>
              <a:rPr lang="zh-CN" altLang="zh-CN" dirty="0" smtClean="0">
                <a:sym typeface="+mn-ea"/>
              </a:rPr>
              <a:t>  【】向基金会充分授权本项目其他权益。</a:t>
            </a:r>
            <a:endParaRPr lang="zh-CN" altLang="zh-CN" dirty="0" smtClean="0">
              <a:sym typeface="+mn-ea"/>
            </a:endParaRPr>
          </a:p>
          <a:p>
            <a:endParaRPr lang="zh-CN" altLang="en-US" dirty="0"/>
          </a:p>
        </p:txBody>
      </p:sp>
      <p:sp>
        <p:nvSpPr>
          <p:cNvPr id="5" name="Title 4"/>
          <p:cNvSpPr>
            <a:spLocks noGrp="1"/>
          </p:cNvSpPr>
          <p:nvPr>
            <p:ph type="title"/>
          </p:nvPr>
        </p:nvSpPr>
        <p:spPr/>
        <p:txBody>
          <a:bodyPr/>
          <a:lstStyle/>
          <a:p>
            <a:r>
              <a:rPr lang="zh-CN" altLang="en-US" smtClean="0"/>
              <a:t>四、项目捐赠意向</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zh-CN" altLang="en-US" dirty="0"/>
              <a:t>捐献给开放原子开源基金会的初衷：</a:t>
            </a:r>
            <a:endParaRPr lang="zh-CN" altLang="en-US" dirty="0"/>
          </a:p>
          <a:p>
            <a:pPr lvl="1"/>
            <a:r>
              <a:rPr lang="en-US" altLang="zh-CN" dirty="0" smtClean="0"/>
              <a:t> </a:t>
            </a:r>
            <a:endParaRPr lang="en-US" altLang="zh-CN" dirty="0" smtClean="0"/>
          </a:p>
          <a:p>
            <a:pPr lvl="1"/>
            <a:endParaRPr lang="en-US" altLang="zh-CN" dirty="0"/>
          </a:p>
          <a:p>
            <a:pPr lvl="1"/>
            <a:endParaRPr lang="en-US" altLang="zh-CN" dirty="0" smtClean="0"/>
          </a:p>
          <a:p>
            <a:pPr lvl="1"/>
            <a:endParaRPr lang="en-US" altLang="zh-CN" dirty="0"/>
          </a:p>
          <a:p>
            <a:pPr lvl="1"/>
            <a:endParaRPr lang="zh-CN" altLang="en-US" dirty="0"/>
          </a:p>
          <a:p>
            <a:r>
              <a:rPr lang="zh-CN" altLang="en-US" dirty="0"/>
              <a:t>需要开放原子开源基金会提供的支持：</a:t>
            </a:r>
            <a:endParaRPr lang="zh-CN" altLang="en-US" dirty="0"/>
          </a:p>
          <a:p>
            <a:pPr lvl="1"/>
            <a:r>
              <a:rPr lang="en-US" altLang="zh-CN" dirty="0" smtClean="0"/>
              <a:t> </a:t>
            </a:r>
            <a:endParaRPr lang="zh-CN" altLang="en-US" dirty="0"/>
          </a:p>
        </p:txBody>
      </p:sp>
      <p:sp>
        <p:nvSpPr>
          <p:cNvPr id="5" name="Title 4"/>
          <p:cNvSpPr>
            <a:spLocks noGrp="1"/>
          </p:cNvSpPr>
          <p:nvPr>
            <p:ph type="title"/>
          </p:nvPr>
        </p:nvSpPr>
        <p:spPr/>
        <p:txBody>
          <a:bodyPr/>
          <a:lstStyle/>
          <a:p>
            <a:r>
              <a:rPr lang="zh-CN" altLang="en-US" smtClean="0"/>
              <a:t>五、对基金会的诉求 </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sz="quarter" idx="10"/>
          </p:nvPr>
        </p:nvSpPr>
        <p:spPr/>
        <p:txBody>
          <a:bodyPr/>
          <a:lstStyle/>
          <a:p>
            <a:r>
              <a:rPr lang="en-US" altLang="zh-CN" dirty="0"/>
              <a:t>Q1</a:t>
            </a:r>
            <a:r>
              <a:rPr lang="zh-CN" altLang="en-US" dirty="0"/>
              <a:t>：</a:t>
            </a:r>
            <a:endParaRPr lang="zh-CN" altLang="en-US" dirty="0"/>
          </a:p>
          <a:p>
            <a:pPr lvl="1"/>
            <a:r>
              <a:rPr lang="en-US" altLang="zh-CN" dirty="0" smtClean="0"/>
              <a:t> </a:t>
            </a:r>
            <a:endParaRPr lang="zh-CN" altLang="en-US" dirty="0"/>
          </a:p>
          <a:p>
            <a:r>
              <a:rPr lang="en-US" altLang="zh-CN" dirty="0"/>
              <a:t>A1</a:t>
            </a:r>
            <a:r>
              <a:rPr lang="zh-CN" altLang="en-US" dirty="0"/>
              <a:t>：</a:t>
            </a:r>
            <a:endParaRPr lang="zh-CN" altLang="en-US" dirty="0"/>
          </a:p>
          <a:p>
            <a:pPr lvl="1"/>
            <a:r>
              <a:rPr lang="en-US" altLang="zh-CN" dirty="0" smtClean="0"/>
              <a:t> </a:t>
            </a:r>
            <a:endParaRPr lang="zh-CN" altLang="en-US" dirty="0"/>
          </a:p>
          <a:p>
            <a:r>
              <a:rPr lang="en-US" altLang="zh-CN" dirty="0"/>
              <a:t>Q2</a:t>
            </a:r>
            <a:r>
              <a:rPr lang="zh-CN" altLang="en-US" dirty="0"/>
              <a:t>：</a:t>
            </a:r>
            <a:endParaRPr lang="zh-CN" altLang="en-US" dirty="0"/>
          </a:p>
          <a:p>
            <a:pPr lvl="1"/>
            <a:r>
              <a:rPr lang="en-US" altLang="zh-CN" dirty="0" smtClean="0"/>
              <a:t> </a:t>
            </a:r>
            <a:endParaRPr lang="zh-CN" altLang="en-US" dirty="0"/>
          </a:p>
          <a:p>
            <a:r>
              <a:rPr lang="en-US" altLang="zh-CN" dirty="0"/>
              <a:t>A2</a:t>
            </a:r>
            <a:r>
              <a:rPr lang="zh-CN" altLang="en-US" dirty="0"/>
              <a:t>：</a:t>
            </a:r>
            <a:endParaRPr lang="zh-CN" altLang="en-US" dirty="0"/>
          </a:p>
          <a:p>
            <a:pPr lvl="1"/>
            <a:r>
              <a:rPr lang="en-US" altLang="zh-CN" dirty="0" smtClean="0"/>
              <a:t> </a:t>
            </a:r>
            <a:endParaRPr lang="zh-CN" altLang="en-US" dirty="0"/>
          </a:p>
        </p:txBody>
      </p:sp>
      <p:sp>
        <p:nvSpPr>
          <p:cNvPr id="5" name="Title 4"/>
          <p:cNvSpPr>
            <a:spLocks noGrp="1"/>
          </p:cNvSpPr>
          <p:nvPr>
            <p:ph type="title"/>
          </p:nvPr>
        </p:nvSpPr>
        <p:spPr/>
        <p:txBody>
          <a:bodyPr/>
          <a:lstStyle/>
          <a:p>
            <a:r>
              <a:rPr lang="zh-CN" altLang="en-US" smtClean="0"/>
              <a:t>六、</a:t>
            </a:r>
            <a:r>
              <a:rPr lang="en-US" smtClean="0"/>
              <a:t>Q&amp;A</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2708910" y="4290060"/>
            <a:ext cx="6774815" cy="1325880"/>
          </a:xfrm>
        </p:spPr>
        <p:txBody>
          <a:bodyPr>
            <a:normAutofit fontScale="90000"/>
          </a:bodyPr>
          <a:lstStyle/>
          <a:p>
            <a:pPr algn="ctr">
              <a:lnSpc>
                <a:spcPct val="200000"/>
              </a:lnSpc>
            </a:pPr>
            <a:r>
              <a:rPr lang="zh-CN" altLang="en-US" dirty="0">
                <a:latin typeface="阿里巴巴普惠体 2.0 55 Regular" panose="00020600040101010101" pitchFamily="18" charset="-122"/>
                <a:ea typeface="阿里巴巴普惠体 2.0 55 Regular" panose="00020600040101010101" pitchFamily="18" charset="-122"/>
              </a:rPr>
              <a:t>谢谢！</a:t>
            </a:r>
            <a:endParaRPr lang="zh-CN" altLang="en-US" dirty="0">
              <a:solidFill>
                <a:srgbClr val="0070C0"/>
              </a:solidFill>
              <a:latin typeface="阿里巴巴普惠体 2.0 55 Regular" panose="00020600040101010101" pitchFamily="18" charset="-122"/>
              <a:ea typeface="阿里巴巴普惠体 2.0 55 Regular" panose="00020600040101010101" pitchFamily="18" charset="-122"/>
            </a:endParaRPr>
          </a:p>
        </p:txBody>
      </p:sp>
      <p:pic>
        <p:nvPicPr>
          <p:cNvPr id="8" name="图片 7"/>
          <p:cNvPicPr>
            <a:picLocks noChangeAspect="1"/>
          </p:cNvPicPr>
          <p:nvPr userDrawn="1"/>
        </p:nvPicPr>
        <p:blipFill>
          <a:blip r:embed="rId1" cstate="print">
            <a:extLst>
              <a:ext uri="{28A0092B-C50C-407E-A947-70E740481C1C}">
                <a14:useLocalDpi xmlns:a14="http://schemas.microsoft.com/office/drawing/2010/main" val="0"/>
              </a:ext>
            </a:extLst>
          </a:blip>
          <a:stretch>
            <a:fillRect/>
          </a:stretch>
        </p:blipFill>
        <p:spPr>
          <a:xfrm>
            <a:off x="4724709" y="1826867"/>
            <a:ext cx="2743200" cy="2743200"/>
          </a:xfrm>
          <a:prstGeom prst="rect">
            <a:avLst/>
          </a:prstGeom>
        </p:spPr>
      </p:pic>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PP_MARK_KEY" val="edf3dbc7-70ae-4868-b3d2-920390cefaa8"/>
  <p:tag name="COMMONDATA" val="eyJoZGlkIjoiNDMxM2JkOGYxMTU4ZjcwYTVkMzZiYzFiMGI3YjI2NzcifQ=="/>
</p:tagLst>
</file>

<file path=ppt/theme/theme1.xml><?xml version="1.0" encoding="utf-8"?>
<a:theme xmlns:a="http://schemas.openxmlformats.org/drawingml/2006/main" name="Default">
  <a:themeElements>
    <a:clrScheme name="自定义 2">
      <a:dk1>
        <a:srgbClr val="424242"/>
      </a:dk1>
      <a:lt1>
        <a:srgbClr val="FFFFFF"/>
      </a:lt1>
      <a:dk2>
        <a:srgbClr val="0083FF"/>
      </a:dk2>
      <a:lt2>
        <a:srgbClr val="E7E6E6"/>
      </a:lt2>
      <a:accent1>
        <a:srgbClr val="1281FF"/>
      </a:accent1>
      <a:accent2>
        <a:srgbClr val="5CE9FF"/>
      </a:accent2>
      <a:accent3>
        <a:srgbClr val="030053"/>
      </a:accent3>
      <a:accent4>
        <a:srgbClr val="35D94B"/>
      </a:accent4>
      <a:accent5>
        <a:srgbClr val="FF6626"/>
      </a:accent5>
      <a:accent6>
        <a:srgbClr val="FF2F30"/>
      </a:accent6>
      <a:hlink>
        <a:srgbClr val="0563C1"/>
      </a:hlink>
      <a:folHlink>
        <a:srgbClr val="954F72"/>
      </a:folHlink>
    </a:clrScheme>
    <a:fontScheme name="普惠字体">
      <a:majorFont>
        <a:latin typeface="Alibaba Sans Heavy"/>
        <a:ea typeface="阿里巴巴普惠体 2.0 95 ExtraBold"/>
        <a:cs typeface=""/>
      </a:majorFont>
      <a:minorFont>
        <a:latin typeface="Alibaba Sans"/>
        <a:ea typeface="阿里巴巴普惠体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7347</Words>
  <Application>WPS 演示</Application>
  <PresentationFormat>宽屏</PresentationFormat>
  <Paragraphs>451</Paragraphs>
  <Slides>30</Slides>
  <Notes>30</Notes>
  <HiddenSlides>1</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30</vt:i4>
      </vt:variant>
    </vt:vector>
  </HeadingPairs>
  <TitlesOfParts>
    <vt:vector size="51" baseType="lpstr">
      <vt:lpstr>Arial</vt:lpstr>
      <vt:lpstr>宋体</vt:lpstr>
      <vt:lpstr>Wingdings</vt:lpstr>
      <vt:lpstr>阿里巴巴普惠体 R</vt:lpstr>
      <vt:lpstr>AiDeep</vt:lpstr>
      <vt:lpstr>阿里巴巴普惠体 2.0 55 Regular</vt:lpstr>
      <vt:lpstr>苹方-简</vt:lpstr>
      <vt:lpstr>仿宋</vt:lpstr>
      <vt:lpstr>方正仿宋_GBK</vt:lpstr>
      <vt:lpstr>等线 Light</vt:lpstr>
      <vt:lpstr>汉仪中等线KW</vt:lpstr>
      <vt:lpstr>等线</vt:lpstr>
      <vt:lpstr>微软雅黑</vt:lpstr>
      <vt:lpstr>Alibaba Sans</vt:lpstr>
      <vt:lpstr>宋体</vt:lpstr>
      <vt:lpstr>Arial Unicode MS</vt:lpstr>
      <vt:lpstr>Alibaba Sans Heavy</vt:lpstr>
      <vt:lpstr>汉仪书宋二KW</vt:lpstr>
      <vt:lpstr>等线</vt:lpstr>
      <vt:lpstr>阿里巴巴普惠体 2.0 55 Regular</vt:lpstr>
      <vt:lpstr>Default</vt:lpstr>
      <vt:lpstr>xx开源项目说明</vt:lpstr>
      <vt:lpstr>名词缩写</vt:lpstr>
      <vt:lpstr>内容大纲 Outline</vt:lpstr>
      <vt:lpstr>PART ONE</vt:lpstr>
      <vt:lpstr>一、项目基础信息</vt:lpstr>
      <vt:lpstr>二、项目整体概括</vt:lpstr>
      <vt:lpstr>二、项目整体概括</vt:lpstr>
      <vt:lpstr>二、项目整体概括--项目价值 Value Position：</vt:lpstr>
      <vt:lpstr>二、项目整体概括</vt:lpstr>
      <vt:lpstr>三、架构 High-level Architecture</vt:lpstr>
      <vt:lpstr>四、项目系统功能介绍</vt:lpstr>
      <vt:lpstr>五、项目的竞品分析</vt:lpstr>
      <vt:lpstr>五、项目的竞品分析--SWOT分析： </vt:lpstr>
      <vt:lpstr>六、使用场景 Anticipated Use Case</vt:lpstr>
      <vt:lpstr>七、项目适用的客户群和案例说明</vt:lpstr>
      <vt:lpstr>八、项目的战略发展规划说明</vt:lpstr>
      <vt:lpstr>八、项目技术战略发展规划路线图： </vt:lpstr>
      <vt:lpstr>九、项目的投入说明</vt:lpstr>
      <vt:lpstr>十、项目社区成长规划</vt:lpstr>
      <vt:lpstr>十、项目社区成长规划</vt:lpstr>
      <vt:lpstr>十、项目社区成长规划</vt:lpstr>
      <vt:lpstr>PART TWO</vt:lpstr>
      <vt:lpstr>一、本项目原创性及合规性声明</vt:lpstr>
      <vt:lpstr>二、本项目捐赠意向</vt:lpstr>
      <vt:lpstr>三、本项目相关知识产权</vt:lpstr>
      <vt:lpstr>四、项目捐赠意向</vt:lpstr>
      <vt:lpstr>四、项目捐赠意向</vt:lpstr>
      <vt:lpstr>五、对基金会的诉求 </vt:lpstr>
      <vt:lpstr>六、Q&amp;A</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xx开源项目说明</dc:title>
  <dc:creator>TAO CANTAO</dc:creator>
  <cp:lastModifiedBy>有空的人</cp:lastModifiedBy>
  <cp:revision>19</cp:revision>
  <dcterms:created xsi:type="dcterms:W3CDTF">2024-09-10T08:17:46Z</dcterms:created>
  <dcterms:modified xsi:type="dcterms:W3CDTF">2024-09-10T08:17:46Z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(2)QdPcI5SrcxQxthZp0DQj1uZZkdRxLfr72eNO4TgYMhp2M37KTdx0zbnCSRzX7ja7ucCCkTIs
/H0Ecs7IQ7DbscDSegUBg7s1oW0zpiHqCIswI99QyJVYZYirA7W3dfamloOmNdhqIZha27Fh
K8vejIu8qQOkVoqIS+nm2Py3IGIwwbf+2Rnh1ozo2PjVRVQb3z0bbGZTeGu/HtfRO5KcgGEL
3ODjNpBklXi+Iy4XxR</vt:lpwstr>
  </property>
  <property fmtid="{D5CDD505-2E9C-101B-9397-08002B2CF9AE}" pid="3" name="_2015_ms_pID_7253431">
    <vt:lpwstr>8Wpt08kDOhG/CxLc/w/VTv90H3ibHfosNpNhA4QW+SIqUWo3Cww66V
WI7yMUC/aCz7AeiMtPux4tI/vVAIIx+X3HHB6bXbdS16ypr17B128sifjEPZex7to0VrqXQZ
AL0mkMGfbl/BbWlzHOj12SN/BbmD3SYlASFBlq8uslUoW/5QDl17A7sHXog2mlLJpM8qgS2U
YOb4v+ea5hsdg/Vy</vt:lpwstr>
  </property>
  <property fmtid="{D5CDD505-2E9C-101B-9397-08002B2CF9AE}" pid="4" name="_readonly">
    <vt:lpwstr/>
  </property>
  <property fmtid="{D5CDD505-2E9C-101B-9397-08002B2CF9AE}" pid="5" name="_change">
    <vt:lpwstr/>
  </property>
  <property fmtid="{D5CDD505-2E9C-101B-9397-08002B2CF9AE}" pid="6" name="_full-control">
    <vt:lpwstr/>
  </property>
  <property fmtid="{D5CDD505-2E9C-101B-9397-08002B2CF9AE}" pid="7" name="sflag">
    <vt:lpwstr>1583128681</vt:lpwstr>
  </property>
  <property fmtid="{D5CDD505-2E9C-101B-9397-08002B2CF9AE}" pid="8" name="KSOProductBuildVer">
    <vt:lpwstr>2052-6.7.1.8828</vt:lpwstr>
  </property>
  <property fmtid="{D5CDD505-2E9C-101B-9397-08002B2CF9AE}" pid="9" name="ICV">
    <vt:lpwstr/>
  </property>
</Properties>
</file>